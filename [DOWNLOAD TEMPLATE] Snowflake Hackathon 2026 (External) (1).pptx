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11"/>
      <p:bold r:id="rId12"/>
    </p:embeddedFont>
    <p:embeddedFont>
      <p:font typeface="Lato" panose="020F0502020204030204" pitchFamily="34" charset="0"/>
      <p:regular r:id="rId13"/>
      <p:bold r:id="rId14"/>
      <p:italic r:id="rId15"/>
      <p:boldItalic r:id="rId16"/>
    </p:embeddedFont>
    <p:embeddedFont>
      <p:font typeface="Montserrat" panose="020F0502020204030204" pitchFamily="2" charset="0"/>
      <p:regular r:id="rId17"/>
      <p:bold r:id="rId18"/>
      <p:italic r:id="rId19"/>
      <p:boldItalic r:id="rId20"/>
    </p:embeddedFont>
    <p:embeddedFont>
      <p:font typeface="Noto Sans KR" panose="020B0200000000000000" pitchFamily="50" charset="-127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62eb4831da_0_8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62eb4831da_0_8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62eb4831da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62eb4831da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086c7456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086c7456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62eb4831da_0_4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62eb4831da_0_4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792b7e505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792b7e505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d792b7e505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d792b7e505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792b7e505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d792b7e505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62eb4831da_0_12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262eb4831da_0_12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">
  <p:cSld name="Multi-use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2-Line Title">
  <p:cSld name="Multi-use layout_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365760" y="1122367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0" y="343500"/>
            <a:ext cx="137100" cy="73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Lines 01">
  <p:cSld name="Multi-use layout_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3" y="3761952"/>
            <a:ext cx="9143997" cy="1371564"/>
            <a:chOff x="-10" y="3735321"/>
            <a:chExt cx="9139427" cy="1408177"/>
          </a:xfrm>
        </p:grpSpPr>
        <p:pic>
          <p:nvPicPr>
            <p:cNvPr id="28" name="Google Shape;28;p4"/>
            <p:cNvPicPr preferRelativeResize="0"/>
            <p:nvPr/>
          </p:nvPicPr>
          <p:blipFill rotWithShape="1">
            <a:blip r:embed="rId2">
              <a:alphaModFix amt="29000"/>
            </a:blip>
            <a:srcRect t="140" b="140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/>
            <p:cNvPicPr preferRelativeResize="0"/>
            <p:nvPr/>
          </p:nvPicPr>
          <p:blipFill rotWithShape="1">
            <a:blip r:embed="rId3">
              <a:alphaModFix amt="29000"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 rotWithShape="1">
            <a:blip r:embed="rId4">
              <a:alphaModFix amt="29000"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Lines 02">
  <p:cSld name="Multi-use layout_1_1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5"/>
          <p:cNvGrpSpPr/>
          <p:nvPr/>
        </p:nvGrpSpPr>
        <p:grpSpPr>
          <a:xfrm>
            <a:off x="0" y="4370576"/>
            <a:ext cx="9144001" cy="772925"/>
            <a:chOff x="0" y="4370576"/>
            <a:chExt cx="9144001" cy="772925"/>
          </a:xfrm>
        </p:grpSpPr>
        <p:pic>
          <p:nvPicPr>
            <p:cNvPr id="40" name="Google Shape;40;p5"/>
            <p:cNvPicPr preferRelativeResize="0"/>
            <p:nvPr/>
          </p:nvPicPr>
          <p:blipFill rotWithShape="1">
            <a:blip r:embed="rId2">
              <a:alphaModFix amt="29000"/>
            </a:blip>
            <a:srcRect t="140" b="43664"/>
            <a:stretch/>
          </p:blipFill>
          <p:spPr>
            <a:xfrm>
              <a:off x="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5"/>
            <p:cNvPicPr preferRelativeResize="0"/>
            <p:nvPr/>
          </p:nvPicPr>
          <p:blipFill rotWithShape="1">
            <a:blip r:embed="rId3">
              <a:alphaModFix amt="29000"/>
            </a:blip>
            <a:srcRect t="140" b="43664"/>
            <a:stretch/>
          </p:blipFill>
          <p:spPr>
            <a:xfrm>
              <a:off x="305105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 amt="29000"/>
            </a:blip>
            <a:srcRect t="140" b="43664"/>
            <a:stretch/>
          </p:blipFill>
          <p:spPr>
            <a:xfrm>
              <a:off x="6097525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Arrows">
  <p:cSld name="Multi-use layout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l="22840"/>
          <a:stretch/>
        </p:blipFill>
        <p:spPr>
          <a:xfrm flipH="1">
            <a:off x="7782375" y="2935675"/>
            <a:ext cx="1368150" cy="1931223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6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36790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6"/>
          <p:cNvSpPr txBox="1"/>
          <p:nvPr/>
        </p:nvSpPr>
        <p:spPr>
          <a:xfrm>
            <a:off x="2883200" y="1953900"/>
            <a:ext cx="2668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Layout">
  <p:cSld name="One Column Layou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body" idx="1"/>
          </p:nvPr>
        </p:nvSpPr>
        <p:spPr>
          <a:xfrm>
            <a:off x="365750" y="1371600"/>
            <a:ext cx="6261300" cy="33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211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7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>
            <a:spLocks noGrp="1"/>
          </p:cNvSpPr>
          <p:nvPr>
            <p:ph type="subTitle" idx="2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Layout">
  <p:cSld name="One Column Layout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484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1"/>
          </p:nvPr>
        </p:nvSpPr>
        <p:spPr>
          <a:xfrm>
            <a:off x="365750" y="1371600"/>
            <a:ext cx="41604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2"/>
          </p:nvPr>
        </p:nvSpPr>
        <p:spPr>
          <a:xfrm>
            <a:off x="4617721" y="1371600"/>
            <a:ext cx="41604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8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 txBox="1">
            <a:spLocks noGrp="1"/>
          </p:cNvSpPr>
          <p:nvPr>
            <p:ph type="subTitle" idx="3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Layout">
  <p:cSld name="One Column Layout_1_1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>
            <a:spLocks noGrp="1"/>
          </p:cNvSpPr>
          <p:nvPr>
            <p:ph type="title"/>
          </p:nvPr>
        </p:nvSpPr>
        <p:spPr>
          <a:xfrm>
            <a:off x="365750" y="274320"/>
            <a:ext cx="83577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1"/>
          </p:nvPr>
        </p:nvSpPr>
        <p:spPr>
          <a:xfrm>
            <a:off x="365750" y="1371600"/>
            <a:ext cx="26976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body" idx="2"/>
          </p:nvPr>
        </p:nvSpPr>
        <p:spPr>
          <a:xfrm>
            <a:off x="3169031" y="1371600"/>
            <a:ext cx="26976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3"/>
          </p:nvPr>
        </p:nvSpPr>
        <p:spPr>
          <a:xfrm>
            <a:off x="6127925" y="1371600"/>
            <a:ext cx="26976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sldNum" idx="12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9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"/>
          <p:cNvSpPr txBox="1">
            <a:spLocks noGrp="1"/>
          </p:cNvSpPr>
          <p:nvPr>
            <p:ph type="subTitle" idx="4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9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996">
          <p15:clr>
            <a:srgbClr val="FA7B17"/>
          </p15:clr>
        </p15:guide>
        <p15:guide id="2" pos="1906">
          <p15:clr>
            <a:srgbClr val="FA7B17"/>
          </p15:clr>
        </p15:guide>
        <p15:guide id="3" pos="3758">
          <p15:clr>
            <a:srgbClr val="FA7B17"/>
          </p15:clr>
        </p15:guide>
        <p15:guide id="4" pos="3860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 Layout">
  <p:cSld name="One Column Layout_1_1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457195" y="4846508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 txBox="1">
            <a:spLocks noGrp="1"/>
          </p:cNvSpPr>
          <p:nvPr>
            <p:ph type="sldNum" idx="12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365750" y="274320"/>
            <a:ext cx="83484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body" idx="1"/>
          </p:nvPr>
        </p:nvSpPr>
        <p:spPr>
          <a:xfrm>
            <a:off x="365750" y="1371600"/>
            <a:ext cx="19203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91" name="Google Shape;91;p10"/>
          <p:cNvSpPr txBox="1">
            <a:spLocks noGrp="1"/>
          </p:cNvSpPr>
          <p:nvPr>
            <p:ph type="body" idx="2"/>
          </p:nvPr>
        </p:nvSpPr>
        <p:spPr>
          <a:xfrm>
            <a:off x="2459408" y="1371600"/>
            <a:ext cx="19203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body" idx="3"/>
          </p:nvPr>
        </p:nvSpPr>
        <p:spPr>
          <a:xfrm>
            <a:off x="4673192" y="1371600"/>
            <a:ext cx="19203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93" name="Google Shape;93;p10"/>
          <p:cNvSpPr txBox="1">
            <a:spLocks noGrp="1"/>
          </p:cNvSpPr>
          <p:nvPr>
            <p:ph type="body" idx="4"/>
          </p:nvPr>
        </p:nvSpPr>
        <p:spPr>
          <a:xfrm>
            <a:off x="6887000" y="1371600"/>
            <a:ext cx="1920300" cy="33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94" name="Google Shape;94;p10"/>
          <p:cNvSpPr/>
          <p:nvPr/>
        </p:nvSpPr>
        <p:spPr>
          <a:xfrm>
            <a:off x="660640" y="4867093"/>
            <a:ext cx="1473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"/>
          <p:cNvSpPr txBox="1">
            <a:spLocks noGrp="1"/>
          </p:cNvSpPr>
          <p:nvPr>
            <p:ph type="subTitle" idx="5"/>
          </p:nvPr>
        </p:nvSpPr>
        <p:spPr>
          <a:xfrm>
            <a:off x="365760" y="655285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422">
          <p15:clr>
            <a:srgbClr val="FA7B17"/>
          </p15:clr>
        </p15:guide>
        <p15:guide id="2" pos="4211">
          <p15:clr>
            <a:srgbClr val="FA7B17"/>
          </p15:clr>
        </p15:guide>
        <p15:guide id="3" pos="1549">
          <p15:clr>
            <a:srgbClr val="FA7B17"/>
          </p15:clr>
        </p15:guide>
        <p15:guide id="4" pos="2816">
          <p15:clr>
            <a:srgbClr val="FA7B17"/>
          </p15:clr>
        </p15:guide>
        <p15:guide id="5" pos="2944">
          <p15:clr>
            <a:srgbClr val="FA7B17"/>
          </p15:clr>
        </p15:guide>
        <p15:guide id="6" pos="4338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/>
          <p:nvPr/>
        </p:nvSpPr>
        <p:spPr>
          <a:xfrm>
            <a:off x="2291700" y="0"/>
            <a:ext cx="685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>
            <a:off x="365750" y="274320"/>
            <a:ext cx="1926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 i="0" cap="none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2pPr>
            <a:lvl3pPr marL="1371600" lvl="2" indent="-3429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/>
            </a:lvl3pPr>
            <a:lvl4pPr marL="1828800" lvl="3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4pPr>
            <a:lvl5pPr marL="2286000" lvl="4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5pPr>
            <a:lvl6pPr marL="2743200" lvl="5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6pPr>
            <a:lvl7pPr marL="3200400" lvl="6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7pPr>
            <a:lvl8pPr marL="3657600" lvl="7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8pPr>
            <a:lvl9pPr marL="4114800" lvl="8" indent="-3175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•"/>
              <a:defRPr b="1"/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ldNum" idx="12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1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body" idx="2"/>
          </p:nvPr>
        </p:nvSpPr>
        <p:spPr>
          <a:xfrm>
            <a:off x="2961200" y="914400"/>
            <a:ext cx="5725500" cy="377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04" name="Google Shape;104;p11"/>
          <p:cNvSpPr/>
          <p:nvPr/>
        </p:nvSpPr>
        <p:spPr>
          <a:xfrm>
            <a:off x="6369225" y="228600"/>
            <a:ext cx="1322446" cy="1414662"/>
          </a:xfrm>
          <a:custGeom>
            <a:avLst/>
            <a:gdLst/>
            <a:ahLst/>
            <a:cxnLst/>
            <a:rect l="l" t="t" r="r" b="b"/>
            <a:pathLst>
              <a:path w="1950" h="2085" extrusionOk="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2295101" y="2767075"/>
            <a:ext cx="2772174" cy="2372082"/>
          </a:xfrm>
          <a:custGeom>
            <a:avLst/>
            <a:gdLst/>
            <a:ahLst/>
            <a:cxnLst/>
            <a:rect l="l" t="t" r="r" b="b"/>
            <a:pathLst>
              <a:path w="4248542" h="3635375" extrusionOk="0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7" name="Google Shape;107;p11"/>
          <p:cNvPicPr preferRelativeResize="0"/>
          <p:nvPr/>
        </p:nvPicPr>
        <p:blipFill rotWithShape="1">
          <a:blip r:embed="rId2">
            <a:alphaModFix/>
          </a:blip>
          <a:srcRect l="16764"/>
          <a:stretch/>
        </p:blipFill>
        <p:spPr>
          <a:xfrm rot="10800000">
            <a:off x="7338076" y="640000"/>
            <a:ext cx="1805925" cy="236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Blue Left Bar">
  <p:cSld name="Agenda_1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 flipH="1">
            <a:off x="-775" y="0"/>
            <a:ext cx="2743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2"/>
          <p:cNvSpPr txBox="1">
            <a:spLocks noGrp="1"/>
          </p:cNvSpPr>
          <p:nvPr>
            <p:ph type="body" idx="1"/>
          </p:nvPr>
        </p:nvSpPr>
        <p:spPr>
          <a:xfrm>
            <a:off x="365750" y="274320"/>
            <a:ext cx="2376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 b="1" i="0" cap="none">
                <a:solidFill>
                  <a:srgbClr val="FFFFFF"/>
                </a:solidFill>
              </a:defRPr>
            </a:lvl1pPr>
            <a:lvl2pPr marL="914400" lvl="1" indent="-34290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>
                <a:solidFill>
                  <a:srgbClr val="FFFFFF"/>
                </a:solidFill>
              </a:defRPr>
            </a:lvl2pPr>
            <a:lvl3pPr marL="1371600" lvl="2" indent="-3429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sz="1800" b="1"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2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12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FFFFFF"/>
                </a:solidFill>
              </a:rPr>
              <a:t>2026</a:t>
            </a:r>
            <a:r>
              <a:rPr lang="en" sz="6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ayout">
  <p:cSld name="Split Layou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6024563" y="257175"/>
            <a:ext cx="1488103" cy="1591866"/>
          </a:xfrm>
          <a:custGeom>
            <a:avLst/>
            <a:gdLst/>
            <a:ahLst/>
            <a:cxnLst/>
            <a:rect l="l" t="t" r="r" b="b"/>
            <a:pathLst>
              <a:path w="1950" h="2085" extrusionOk="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4574381" y="2416970"/>
            <a:ext cx="3186406" cy="2726531"/>
          </a:xfrm>
          <a:custGeom>
            <a:avLst/>
            <a:gdLst/>
            <a:ahLst/>
            <a:cxnLst/>
            <a:rect l="l" t="t" r="r" b="b"/>
            <a:pathLst>
              <a:path w="4248542" h="3635375" extrusionOk="0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7184151" y="634350"/>
            <a:ext cx="1959849" cy="2806348"/>
          </a:xfrm>
          <a:custGeom>
            <a:avLst/>
            <a:gdLst/>
            <a:ahLst/>
            <a:cxnLst/>
            <a:rect l="l" t="t" r="r" b="b"/>
            <a:pathLst>
              <a:path w="2613132" h="3741797" extrusionOk="0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6491288" y="2753536"/>
            <a:ext cx="1576390" cy="1686306"/>
          </a:xfrm>
          <a:custGeom>
            <a:avLst/>
            <a:gdLst/>
            <a:ahLst/>
            <a:cxnLst/>
            <a:rect l="l" t="t" r="r" b="b"/>
            <a:pathLst>
              <a:path w="1950" h="2085" extrusionOk="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45880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"/>
          <p:cNvSpPr txBox="1">
            <a:spLocks noGrp="1"/>
          </p:cNvSpPr>
          <p:nvPr>
            <p:ph type="body" idx="1"/>
          </p:nvPr>
        </p:nvSpPr>
        <p:spPr>
          <a:xfrm>
            <a:off x="365750" y="634350"/>
            <a:ext cx="38274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marL="914400" lvl="1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2pPr>
            <a:lvl3pPr marL="1371600" lvl="2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3pPr>
            <a:lvl4pPr marL="1828800" lvl="3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4pPr>
            <a:lvl5pPr marL="2286000" lvl="4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5pPr>
            <a:lvl6pPr marL="2743200" lvl="5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6pPr>
            <a:lvl7pPr marL="3200400" lvl="6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7pPr>
            <a:lvl8pPr marL="3657600" lvl="7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8pPr>
            <a:lvl9pPr marL="4114800" lvl="8" indent="-342900" algn="l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/>
          </p:nvPr>
        </p:nvSpPr>
        <p:spPr>
          <a:xfrm>
            <a:off x="365755" y="274320"/>
            <a:ext cx="3978900" cy="62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13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3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13"/>
          <p:cNvPicPr preferRelativeResize="0"/>
          <p:nvPr/>
        </p:nvPicPr>
        <p:blipFill rotWithShape="1">
          <a:blip r:embed="rId2">
            <a:alphaModFix/>
          </a:blip>
          <a:srcRect l="13585" b="9584"/>
          <a:stretch/>
        </p:blipFill>
        <p:spPr>
          <a:xfrm>
            <a:off x="4572000" y="3214250"/>
            <a:ext cx="1693648" cy="1929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3"/>
          <p:cNvSpPr/>
          <p:nvPr/>
        </p:nvSpPr>
        <p:spPr>
          <a:xfrm>
            <a:off x="8067676" y="228601"/>
            <a:ext cx="1077917" cy="1543491"/>
          </a:xfrm>
          <a:custGeom>
            <a:avLst/>
            <a:gdLst/>
            <a:ahLst/>
            <a:cxnLst/>
            <a:rect l="l" t="t" r="r" b="b"/>
            <a:pathLst>
              <a:path w="2613132" h="3741797" extrusionOk="0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3"/>
          <p:cNvSpPr txBox="1">
            <a:spLocks noGrp="1"/>
          </p:cNvSpPr>
          <p:nvPr>
            <p:ph type="body" idx="2"/>
          </p:nvPr>
        </p:nvSpPr>
        <p:spPr>
          <a:xfrm>
            <a:off x="4937760" y="1280150"/>
            <a:ext cx="3566400" cy="3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 i="0" u="none" strike="noStrike" cap="none">
                <a:solidFill>
                  <a:schemeClr val="lt1"/>
                </a:solidFill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 i="0" u="none" strike="noStrike" cap="none">
                <a:solidFill>
                  <a:schemeClr val="lt1"/>
                </a:solidFill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footer only)">
  <p:cSld name="Data Cloud_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1">
  <p:cSld name="Data Cloud_1_1">
    <p:bg>
      <p:bgPr>
        <a:solidFill>
          <a:schemeClr val="accent1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37" name="Google Shape;137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8" name="Google Shape;138;p15"/>
            <p:cNvPicPr preferRelativeResize="0"/>
            <p:nvPr/>
          </p:nvPicPr>
          <p:blipFill rotWithShape="1">
            <a:blip r:embed="rId3">
              <a:alphaModFix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5"/>
            <p:cNvPicPr preferRelativeResize="0"/>
            <p:nvPr/>
          </p:nvPicPr>
          <p:blipFill rotWithShape="1">
            <a:blip r:embed="rId4">
              <a:alphaModFix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0" name="Google Shape;140;p15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41" name="Google Shape;141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15"/>
            <p:cNvPicPr preferRelativeResize="0"/>
            <p:nvPr/>
          </p:nvPicPr>
          <p:blipFill rotWithShape="1">
            <a:blip r:embed="rId3">
              <a:alphaModFix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5"/>
            <p:cNvPicPr preferRelativeResize="0"/>
            <p:nvPr/>
          </p:nvPicPr>
          <p:blipFill rotWithShape="1">
            <a:blip r:embed="rId4">
              <a:alphaModFix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144;p15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5"/>
          <p:cNvSpPr txBox="1">
            <a:spLocks noGrp="1"/>
          </p:cNvSpPr>
          <p:nvPr>
            <p:ph type="title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6" name="Google Shape;146;p15"/>
          <p:cNvSpPr txBox="1">
            <a:spLocks noGrp="1"/>
          </p:cNvSpPr>
          <p:nvPr>
            <p:ph type="title" idx="2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5"/>
          <p:cNvSpPr txBox="1">
            <a:spLocks noGrp="1"/>
          </p:cNvSpPr>
          <p:nvPr>
            <p:ph type="title" idx="3"/>
          </p:nvPr>
        </p:nvSpPr>
        <p:spPr>
          <a:xfrm>
            <a:off x="366600" y="1188725"/>
            <a:ext cx="74109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2">
  <p:cSld name="Data Cloud_1_1_3_2">
    <p:bg>
      <p:bgPr>
        <a:solidFill>
          <a:schemeClr val="accen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16"/>
          <p:cNvGrpSpPr/>
          <p:nvPr/>
        </p:nvGrpSpPr>
        <p:grpSpPr>
          <a:xfrm>
            <a:off x="-2" y="2914850"/>
            <a:ext cx="9143627" cy="2228425"/>
            <a:chOff x="-834856" y="2711517"/>
            <a:chExt cx="9978858" cy="2431981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2">
              <a:alphaModFix amt="85000"/>
            </a:blip>
            <a:srcRect l="45993" t="24707" b="30783"/>
            <a:stretch/>
          </p:blipFill>
          <p:spPr>
            <a:xfrm>
              <a:off x="-834856" y="2711517"/>
              <a:ext cx="3540541" cy="2431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16"/>
            <p:cNvPicPr preferRelativeResize="0"/>
            <p:nvPr/>
          </p:nvPicPr>
          <p:blipFill rotWithShape="1">
            <a:blip r:embed="rId3">
              <a:alphaModFix amt="85000"/>
            </a:blip>
            <a:srcRect t="25271" r="1932" b="30786"/>
            <a:stretch/>
          </p:blipFill>
          <p:spPr>
            <a:xfrm>
              <a:off x="2715550" y="2742300"/>
              <a:ext cx="6428452" cy="24011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Google Shape;153;p16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6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74034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57" name="Google Shape;157;p16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3">
  <p:cSld name="Data Cloud_1_1_3_1">
    <p:bg>
      <p:bgPr>
        <a:solidFill>
          <a:schemeClr val="accent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17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2">
              <a:alphaModFix/>
            </a:blip>
            <a:srcRect l="37919" t="24706" b="10228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1" name="Google Shape;161;p17"/>
            <p:cNvPicPr preferRelativeResize="0"/>
            <p:nvPr/>
          </p:nvPicPr>
          <p:blipFill rotWithShape="1">
            <a:blip r:embed="rId3">
              <a:alphaModFix/>
            </a:blip>
            <a:srcRect t="25270" r="59873" b="995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2" name="Google Shape;162;p17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4">
  <p:cSld name="Data Cloud_1_1_2">
    <p:bg>
      <p:bgPr>
        <a:solidFill>
          <a:schemeClr val="accent1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8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endParaRPr/>
          </a:p>
        </p:txBody>
      </p:sp>
      <p:sp>
        <p:nvSpPr>
          <p:cNvPr id="170" name="Google Shape;170;p18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/ Customer Logo">
  <p:cSld name="Data Cloud_1_1_1">
    <p:bg>
      <p:bgPr>
        <a:solidFill>
          <a:schemeClr val="accent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5" name="Google Shape;175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19"/>
            <p:cNvPicPr preferRelativeResize="0"/>
            <p:nvPr/>
          </p:nvPicPr>
          <p:blipFill rotWithShape="1">
            <a:blip r:embed="rId3">
              <a:alphaModFix/>
            </a:blip>
            <a:srcRect t="140" b="140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7" name="Google Shape;177;p19"/>
          <p:cNvGrpSpPr/>
          <p:nvPr/>
        </p:nvGrpSpPr>
        <p:grpSpPr>
          <a:xfrm rot="-5400000">
            <a:off x="3113903" y="1996926"/>
            <a:ext cx="5157146" cy="1163295"/>
            <a:chOff x="49487" y="3735321"/>
            <a:chExt cx="6094477" cy="1408177"/>
          </a:xfrm>
        </p:grpSpPr>
        <p:pic>
          <p:nvPicPr>
            <p:cNvPr id="178" name="Google Shape;178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9"/>
            <p:cNvPicPr preferRelativeResize="0"/>
            <p:nvPr/>
          </p:nvPicPr>
          <p:blipFill rotWithShape="1">
            <a:blip r:embed="rId3">
              <a:alphaModFix/>
            </a:blip>
            <a:srcRect t="140" b="140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0" name="Google Shape;180;p19"/>
          <p:cNvSpPr txBox="1">
            <a:spLocks noGrp="1"/>
          </p:cNvSpPr>
          <p:nvPr>
            <p:ph type="sldNum" idx="12"/>
          </p:nvPr>
        </p:nvSpPr>
        <p:spPr>
          <a:xfrm>
            <a:off x="8229600" y="4864608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456932" y="4898925"/>
            <a:ext cx="16359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2026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9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5730900" cy="19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83" name="Google Shape;183;p19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6097525" y="0"/>
            <a:ext cx="30465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457200" y="548640"/>
            <a:ext cx="1828808" cy="418012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1 (No Graphics)">
  <p:cSld name="Quote - Violet_1_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>
            <a:spLocks noGrp="1"/>
          </p:cNvSpPr>
          <p:nvPr>
            <p:ph type="body" idx="1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2">
  <p:cSld name="Quote - Violet_1_1_2_1">
    <p:bg>
      <p:bgPr>
        <a:solidFill>
          <a:schemeClr val="dk2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21"/>
          <p:cNvPicPr preferRelativeResize="0"/>
          <p:nvPr/>
        </p:nvPicPr>
        <p:blipFill rotWithShape="1">
          <a:blip r:embed="rId2">
            <a:alphaModFix amt="27000"/>
          </a:blip>
          <a:srcRect l="21476"/>
          <a:stretch/>
        </p:blipFill>
        <p:spPr>
          <a:xfrm flipH="1">
            <a:off x="7048002" y="1780300"/>
            <a:ext cx="2095998" cy="2905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/>
          <p:cNvPicPr preferRelativeResize="0"/>
          <p:nvPr/>
        </p:nvPicPr>
        <p:blipFill rotWithShape="1">
          <a:blip r:embed="rId3">
            <a:alphaModFix/>
          </a:blip>
          <a:srcRect l="20792" t="10992"/>
          <a:stretch/>
        </p:blipFill>
        <p:spPr>
          <a:xfrm>
            <a:off x="0" y="0"/>
            <a:ext cx="1320175" cy="161522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1"/>
          <p:cNvSpPr txBox="1">
            <a:spLocks noGrp="1"/>
          </p:cNvSpPr>
          <p:nvPr>
            <p:ph type="body" idx="1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3">
  <p:cSld name="Quote - Violet_1_1_2_1_1">
    <p:bg>
      <p:bgPr>
        <a:solidFill>
          <a:schemeClr val="dk2"/>
        </a:solidFill>
        <a:effectLst/>
      </p:bgPr>
    </p:bg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22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199" name="Google Shape;199;p22"/>
            <p:cNvPicPr preferRelativeResize="0"/>
            <p:nvPr/>
          </p:nvPicPr>
          <p:blipFill>
            <a:blip r:embed="rId2">
              <a:alphaModFix amt="72000"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22"/>
            <p:cNvPicPr preferRelativeResize="0"/>
            <p:nvPr/>
          </p:nvPicPr>
          <p:blipFill rotWithShape="1">
            <a:blip r:embed="rId3">
              <a:alphaModFix amt="72000"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2"/>
            <p:cNvPicPr preferRelativeResize="0"/>
            <p:nvPr/>
          </p:nvPicPr>
          <p:blipFill rotWithShape="1">
            <a:blip r:embed="rId4">
              <a:alphaModFix amt="72000"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" name="Google Shape;202;p22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 txBox="1">
            <a:spLocks noGrp="1"/>
          </p:cNvSpPr>
          <p:nvPr>
            <p:ph type="body" idx="1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4">
  <p:cSld name="Quote - Violet_1_1_2_1_1_1">
    <p:bg>
      <p:bgPr>
        <a:solidFill>
          <a:schemeClr val="dk2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8" name="Google Shape;208;p23"/>
          <p:cNvGrpSpPr/>
          <p:nvPr/>
        </p:nvGrpSpPr>
        <p:grpSpPr>
          <a:xfrm>
            <a:off x="4" y="1803975"/>
            <a:ext cx="9143996" cy="3339526"/>
            <a:chOff x="4" y="1803975"/>
            <a:chExt cx="9143996" cy="3339526"/>
          </a:xfrm>
        </p:grpSpPr>
        <p:pic>
          <p:nvPicPr>
            <p:cNvPr id="209" name="Google Shape;209;p23"/>
            <p:cNvPicPr preferRelativeResize="0"/>
            <p:nvPr/>
          </p:nvPicPr>
          <p:blipFill rotWithShape="1">
            <a:blip r:embed="rId2">
              <a:alphaModFix amt="57000"/>
            </a:blip>
            <a:srcRect l="32605" b="34254"/>
            <a:stretch/>
          </p:blipFill>
          <p:spPr>
            <a:xfrm flipH="1">
              <a:off x="5036874" y="1804050"/>
              <a:ext cx="4107126" cy="333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3"/>
            <p:cNvPicPr preferRelativeResize="0"/>
            <p:nvPr/>
          </p:nvPicPr>
          <p:blipFill rotWithShape="1">
            <a:blip r:embed="rId3">
              <a:alphaModFix amt="57000"/>
            </a:blip>
            <a:srcRect r="17499" b="34258"/>
            <a:stretch/>
          </p:blipFill>
          <p:spPr>
            <a:xfrm flipH="1">
              <a:off x="4" y="1803975"/>
              <a:ext cx="5027748" cy="3339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3"/>
          <p:cNvSpPr txBox="1">
            <a:spLocks noGrp="1"/>
          </p:cNvSpPr>
          <p:nvPr>
            <p:ph type="body" idx="1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5">
  <p:cSld name="Quote - Violet_1_1_2_1_1_1_1">
    <p:bg>
      <p:bgPr>
        <a:solidFill>
          <a:schemeClr val="dk2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 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4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5" name="Google Shape;215;p24"/>
          <p:cNvGrpSpPr/>
          <p:nvPr/>
        </p:nvGrpSpPr>
        <p:grpSpPr>
          <a:xfrm rot="-5400000">
            <a:off x="5223451" y="1196298"/>
            <a:ext cx="5164226" cy="2747927"/>
            <a:chOff x="1155183" y="3814094"/>
            <a:chExt cx="3118306" cy="1659276"/>
          </a:xfrm>
        </p:grpSpPr>
        <p:pic>
          <p:nvPicPr>
            <p:cNvPr id="216" name="Google Shape;216;p24"/>
            <p:cNvPicPr preferRelativeResize="0"/>
            <p:nvPr/>
          </p:nvPicPr>
          <p:blipFill rotWithShape="1">
            <a:blip r:embed="rId2">
              <a:alphaModFix amt="58000"/>
            </a:blip>
            <a:srcRect l="37919" t="24706" b="10228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4"/>
            <p:cNvPicPr preferRelativeResize="0"/>
            <p:nvPr/>
          </p:nvPicPr>
          <p:blipFill rotWithShape="1">
            <a:blip r:embed="rId3">
              <a:alphaModFix amt="58000"/>
            </a:blip>
            <a:srcRect t="25270" r="59873" b="995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4"/>
          <p:cNvSpPr txBox="1">
            <a:spLocks noGrp="1"/>
          </p:cNvSpPr>
          <p:nvPr>
            <p:ph type="body" idx="1"/>
          </p:nvPr>
        </p:nvSpPr>
        <p:spPr>
          <a:xfrm>
            <a:off x="365760" y="1214450"/>
            <a:ext cx="7484400" cy="271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Dark Blue">
  <p:cSld name="Quote - Violet_1_1_1">
    <p:bg>
      <p:bgPr>
        <a:solidFill>
          <a:schemeClr val="dk2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>
            <a:spLocks noGrp="1"/>
          </p:cNvSpPr>
          <p:nvPr>
            <p:ph type="body" idx="1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 b="1" cap="none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4" name="Google Shape;224;p25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25" name="Google Shape;225;p25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25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p25"/>
          <p:cNvSpPr txBox="1">
            <a:spLocks noGrp="1"/>
          </p:cNvSpPr>
          <p:nvPr>
            <p:ph type="subTitle" idx="2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 b="1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White">
  <p:cSld name="Quote - Violet_1_1_1_3">
    <p:bg>
      <p:bgPr>
        <a:solidFill>
          <a:schemeClr val="lt1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"/>
          <p:cNvSpPr txBox="1">
            <a:spLocks noGrp="1"/>
          </p:cNvSpPr>
          <p:nvPr>
            <p:ph type="body" idx="1"/>
          </p:nvPr>
        </p:nvSpPr>
        <p:spPr>
          <a:xfrm>
            <a:off x="365750" y="1331975"/>
            <a:ext cx="7484400" cy="25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b="1" cap="none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230" name="Google Shape;230;p26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31" name="Google Shape;231;p26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6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26"/>
          <p:cNvSpPr txBox="1">
            <a:spLocks noGrp="1"/>
          </p:cNvSpPr>
          <p:nvPr>
            <p:ph type="subTitle" idx="2"/>
          </p:nvPr>
        </p:nvSpPr>
        <p:spPr>
          <a:xfrm>
            <a:off x="365755" y="4023360"/>
            <a:ext cx="4206300" cy="27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 b="1"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 b="1"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26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" name="Google Shape;235;p26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6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2026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Dark Blue w/ Photo">
  <p:cSld name="Quote - Violet_1_1_1_2">
    <p:bg>
      <p:bgPr>
        <a:solidFill>
          <a:schemeClr val="dk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>
            <a:spLocks noGrp="1"/>
          </p:cNvSpPr>
          <p:nvPr>
            <p:ph type="body" idx="1"/>
          </p:nvPr>
        </p:nvSpPr>
        <p:spPr>
          <a:xfrm>
            <a:off x="365750" y="1331975"/>
            <a:ext cx="6076500" cy="25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 b="1" cap="none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27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7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42" name="Google Shape;242;p27"/>
          <p:cNvGrpSpPr/>
          <p:nvPr/>
        </p:nvGrpSpPr>
        <p:grpSpPr>
          <a:xfrm>
            <a:off x="457209" y="474129"/>
            <a:ext cx="1177786" cy="857849"/>
            <a:chOff x="865451" y="2114550"/>
            <a:chExt cx="3399093" cy="2475755"/>
          </a:xfrm>
        </p:grpSpPr>
        <p:sp>
          <p:nvSpPr>
            <p:cNvPr id="243" name="Google Shape;243;p27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27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p27"/>
          <p:cNvSpPr txBox="1">
            <a:spLocks noGrp="1"/>
          </p:cNvSpPr>
          <p:nvPr>
            <p:ph type="subTitle" idx="2"/>
          </p:nvPr>
        </p:nvSpPr>
        <p:spPr>
          <a:xfrm>
            <a:off x="3017525" y="3999997"/>
            <a:ext cx="4206300" cy="68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 b="1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CUSTOM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"/>
          <p:cNvSpPr/>
          <p:nvPr/>
        </p:nvSpPr>
        <p:spPr>
          <a:xfrm>
            <a:off x="0" y="1120200"/>
            <a:ext cx="9144000" cy="402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8"/>
          <p:cNvSpPr txBox="1">
            <a:spLocks noGrp="1"/>
          </p:cNvSpPr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9" name="Google Shape;249;p28"/>
          <p:cNvSpPr/>
          <p:nvPr/>
        </p:nvSpPr>
        <p:spPr>
          <a:xfrm>
            <a:off x="660652" y="4866916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8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28"/>
          <p:cNvSpPr/>
          <p:nvPr/>
        </p:nvSpPr>
        <p:spPr>
          <a:xfrm>
            <a:off x="0" y="343500"/>
            <a:ext cx="137100" cy="36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01">
  <p:cSld name="Thank You">
    <p:bg>
      <p:bgPr>
        <a:solidFill>
          <a:schemeClr val="accent1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/>
          <p:nvPr/>
        </p:nvSpPr>
        <p:spPr>
          <a:xfrm>
            <a:off x="457200" y="4444162"/>
            <a:ext cx="1444930" cy="330450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9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 txBox="1">
            <a:spLocks noGrp="1"/>
          </p:cNvSpPr>
          <p:nvPr>
            <p:ph type="body" idx="1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02">
  <p:cSld name="Thank You_1">
    <p:bg>
      <p:bgPr>
        <a:solidFill>
          <a:schemeClr val="accent1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/>
          <p:nvPr/>
        </p:nvSpPr>
        <p:spPr>
          <a:xfrm>
            <a:off x="457200" y="4444162"/>
            <a:ext cx="1444930" cy="330450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30"/>
          <p:cNvSpPr txBox="1">
            <a:spLocks noGrp="1"/>
          </p:cNvSpPr>
          <p:nvPr>
            <p:ph type="body" idx="1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30"/>
          <p:cNvSpPr/>
          <p:nvPr/>
        </p:nvSpPr>
        <p:spPr>
          <a:xfrm>
            <a:off x="457202" y="4864608"/>
            <a:ext cx="17085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2026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1" name="Google Shape;261;p30"/>
          <p:cNvGrpSpPr/>
          <p:nvPr/>
        </p:nvGrpSpPr>
        <p:grpSpPr>
          <a:xfrm>
            <a:off x="-10" y="3770439"/>
            <a:ext cx="9143997" cy="1371564"/>
            <a:chOff x="-10" y="3735321"/>
            <a:chExt cx="9139427" cy="1408177"/>
          </a:xfrm>
        </p:grpSpPr>
        <p:pic>
          <p:nvPicPr>
            <p:cNvPr id="262" name="Google Shape;262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30"/>
            <p:cNvPicPr preferRelativeResize="0"/>
            <p:nvPr/>
          </p:nvPicPr>
          <p:blipFill rotWithShape="1">
            <a:blip r:embed="rId3">
              <a:alphaModFix/>
            </a:blip>
            <a:srcRect t="140" b="140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30"/>
            <p:cNvPicPr preferRelativeResize="0"/>
            <p:nvPr/>
          </p:nvPicPr>
          <p:blipFill rotWithShape="1">
            <a:blip r:embed="rId4">
              <a:alphaModFix/>
            </a:blip>
            <a:srcRect t="140" b="140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footer only) 1">
  <p:cSld name="1_Blank (footer only) 8">
    <p:bg>
      <p:bgPr>
        <a:solidFill>
          <a:schemeClr val="lt1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1"/>
          <p:cNvSpPr/>
          <p:nvPr/>
        </p:nvSpPr>
        <p:spPr>
          <a:xfrm>
            <a:off x="457195" y="4846320"/>
            <a:ext cx="135250" cy="128588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1"/>
          <p:cNvSpPr/>
          <p:nvPr/>
        </p:nvSpPr>
        <p:spPr>
          <a:xfrm>
            <a:off x="660651" y="4866916"/>
            <a:ext cx="1681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202</a:t>
            </a:r>
            <a:r>
              <a:rPr lang="en" sz="600">
                <a:solidFill>
                  <a:srgbClr val="929292"/>
                </a:solidFill>
              </a:rPr>
              <a:t>6</a:t>
            </a:r>
            <a:r>
              <a:rPr lang="en" sz="600" b="0" i="0" u="none" strike="noStrike" cap="none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 b="0" i="0" u="none" strike="noStrike" cap="none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66550" y="274323"/>
            <a:ext cx="83484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800" b="1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65750" y="1280150"/>
            <a:ext cx="8320200" cy="34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sz="1800" i="0" u="none" strike="noStrike" cap="none">
                <a:solidFill>
                  <a:srgbClr val="5B5B5B"/>
                </a:solidFill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sz="1800" i="0" u="none" strike="noStrike" cap="none">
                <a:solidFill>
                  <a:srgbClr val="5B5B5B"/>
                </a:solidFill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29600" y="4866905"/>
            <a:ext cx="473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837300" y="-655600"/>
            <a:ext cx="5306700" cy="1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8C8C8"/>
                </a:solidFill>
              </a:rPr>
              <a:t>SNOWFLAKE GSLIDES THEME 2025.01</a:t>
            </a:r>
            <a:endParaRPr sz="800">
              <a:solidFill>
                <a:srgbClr val="C8C8C8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3"/>
          <p:cNvSpPr txBox="1">
            <a:spLocks noGrp="1"/>
          </p:cNvSpPr>
          <p:nvPr>
            <p:ph type="title"/>
          </p:nvPr>
        </p:nvSpPr>
        <p:spPr>
          <a:xfrm>
            <a:off x="366600" y="1188725"/>
            <a:ext cx="7408800" cy="192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 of Individual</a:t>
            </a:r>
            <a:endParaRPr/>
          </a:p>
        </p:txBody>
      </p:sp>
      <p:sp>
        <p:nvSpPr>
          <p:cNvPr id="276" name="Google Shape;276;p33"/>
          <p:cNvSpPr txBox="1">
            <a:spLocks noGrp="1"/>
          </p:cNvSpPr>
          <p:nvPr>
            <p:ph type="title" idx="2"/>
          </p:nvPr>
        </p:nvSpPr>
        <p:spPr>
          <a:xfrm>
            <a:off x="366600" y="3160438"/>
            <a:ext cx="5394900" cy="44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Organization Name</a:t>
            </a:r>
            <a:endParaRPr/>
          </a:p>
        </p:txBody>
      </p:sp>
      <p:sp>
        <p:nvSpPr>
          <p:cNvPr id="277" name="Google Shape;277;p33"/>
          <p:cNvSpPr txBox="1">
            <a:spLocks noGrp="1"/>
          </p:cNvSpPr>
          <p:nvPr>
            <p:ph type="title" idx="3"/>
          </p:nvPr>
        </p:nvSpPr>
        <p:spPr>
          <a:xfrm>
            <a:off x="366600" y="4359693"/>
            <a:ext cx="4205400" cy="27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>
                <a:latin typeface="Lato" panose="020F0502020204030203" pitchFamily="34" charset="0"/>
              </a:rPr>
              <a:t>INSTRUCTIONS: </a:t>
            </a:r>
            <a:endParaRPr dirty="0">
              <a:latin typeface="Lato" panose="020F0502020204030203" pitchFamily="34" charset="0"/>
            </a:endParaRPr>
          </a:p>
        </p:txBody>
      </p:sp>
      <p:sp>
        <p:nvSpPr>
          <p:cNvPr id="283" name="Google Shape;283;p34"/>
          <p:cNvSpPr txBox="1"/>
          <p:nvPr/>
        </p:nvSpPr>
        <p:spPr>
          <a:xfrm>
            <a:off x="365750" y="1027750"/>
            <a:ext cx="8232900" cy="3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해커톤 발표를 위해 이 슬라이드를 기본 템플릿으로 사용해 주세요. </a:t>
            </a:r>
            <a:br>
              <a:rPr lang="en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필요에 따라 자유롭게 수정하셔도 됩니다. 이 템플릿은 여러분의 솔루션을 체계적으로 전달할 수 있도록 구성되었습니다.</a:t>
            </a:r>
            <a:endParaRPr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여러분의 인사이트가 어떤 비즈니스 문제를 데이터 기반으로 해결할 수 있는지, 그리고 제안하는 데이터 애플리케이션이 어떻게 비즈니스 임팩트를 만들어낼 수 있는지를 고민해 보고, 발표 시 이 점을 중심으로 설명해 주세요.</a:t>
            </a:r>
            <a:br>
              <a:rPr lang="en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300" b="1" u="sng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참고: 승인된 데이터셋만 사용해야 합니다 (참가 약관 참조). 승인되지 않은 데이터셋을 사용하거나 출처를 명시하지 않은 경우, 심사 대상에서 제외될 수 있습니다.</a:t>
            </a:r>
            <a:br>
              <a:rPr lang="en" sz="1300" b="1" u="sng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sz="1300" b="1" u="sng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3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테크 트랙, 비즈니스 트랙을 참가하는 모든 팀은 이 템플릿을 기본으로 디벨롭해주시기 바랍니다.</a:t>
            </a:r>
            <a:endParaRPr sz="13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5"/>
          <p:cNvSpPr txBox="1">
            <a:spLocks noGrp="1"/>
          </p:cNvSpPr>
          <p:nvPr>
            <p:ph type="title"/>
          </p:nvPr>
        </p:nvSpPr>
        <p:spPr>
          <a:xfrm>
            <a:off x="365750" y="274323"/>
            <a:ext cx="8344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 dirty="0">
                <a:latin typeface="Noto Sans KR" panose="020B0200000000000000" pitchFamily="50" charset="-127"/>
                <a:ea typeface="Noto Sans KR" panose="020B0200000000000000" pitchFamily="50" charset="-127"/>
              </a:rPr>
              <a:t>REQUIREMENTS (필요 제출 사항): 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9" name="Google Shape;289;p35"/>
          <p:cNvSpPr txBox="1"/>
          <p:nvPr/>
        </p:nvSpPr>
        <p:spPr>
          <a:xfrm>
            <a:off x="365750" y="825575"/>
            <a:ext cx="8232900" cy="379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테크 트랙 제출 사항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(1) 과제 제출 Forms (추후 참가 신청자 대상으로 개별 전달)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(2) 과제 템플릿 제출 (현재 템플릿)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(3) 개발한 소스 코드의 zip파일을 링크로 제출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(4) 데모 녹화 영상 파일 (10분 이내) 다운로드 링크 제출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*코드, 예측 모델, application 사용 방법 설명 등이 포함되어야 합니다.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*솔루션 및 인사이트 / 향후 실행 방안 및 전략 등을 다루어야 하며 동영상은 총 10분을 초과하지 않아야 합니다.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비즈니스 트랙 제출 사항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(1) 과제 제출 Forms (추후 참가 신청자 대상으로 개별 전달)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(2) 과제 템플릿 제출 (현재 템플릿)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(3) 과제 소개 프레젠테이션 영상 (10분 이내) 다운로드 링크 제출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*솔루션 및 인사이트 / 향후 실행 방안 및 전략 등을 다루어야 하며 동영상은 총 10분을 초과하지 않아야 합니다.</a:t>
            </a:r>
            <a:b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결선 진출시 프레젠테이션을 위한 발표자료를 제작해야합니다. (발표 10분 + 질의응답 3분 내외로 진행됩니다.)</a:t>
            </a:r>
            <a:endParaRPr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Char char="➢"/>
            </a:pPr>
            <a:r>
              <a:rPr lang="en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과제 제출 기간 마감인 4월 12일 내에 버그 및 오류 수정으로 여러번 제출은 가능하며, 제출 기간 내에 가장 마지막에 제출한 제출물로 심사가 진행됩니다. (이전에 낸 제출물은 평가에 포함되지 않습니다.)</a:t>
            </a:r>
            <a:endParaRPr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 txBox="1"/>
          <p:nvPr/>
        </p:nvSpPr>
        <p:spPr>
          <a:xfrm>
            <a:off x="320026" y="4483424"/>
            <a:ext cx="1811400" cy="504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36"/>
          <p:cNvSpPr/>
          <p:nvPr/>
        </p:nvSpPr>
        <p:spPr>
          <a:xfrm>
            <a:off x="234825" y="926651"/>
            <a:ext cx="1981800" cy="355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Lato" panose="020F0502020204030203" pitchFamily="34" charset="0"/>
              </a:rPr>
              <a:t>Problem Statement: </a:t>
            </a:r>
            <a:endParaRPr sz="1100" dirty="0">
              <a:latin typeface="Lato" panose="020F0502020204030203" pitchFamily="34" charset="0"/>
            </a:endParaRPr>
          </a:p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Lato" panose="020F0502020204030203" pitchFamily="34" charset="0"/>
              </a:rPr>
              <a:t>Theme: </a:t>
            </a:r>
            <a:endParaRPr sz="1300" b="1" dirty="0">
              <a:solidFill>
                <a:srgbClr val="262626"/>
              </a:solidFill>
              <a:latin typeface="Lato" panose="020F0502020204030203" pitchFamily="34" charset="0"/>
              <a:ea typeface="Noto Sans KR"/>
              <a:cs typeface="Noto Sans KR"/>
              <a:sym typeface="Noto Sans KR"/>
            </a:endParaRPr>
          </a:p>
        </p:txBody>
      </p:sp>
      <p:sp>
        <p:nvSpPr>
          <p:cNvPr id="296" name="Google Shape;296;p36"/>
          <p:cNvSpPr/>
          <p:nvPr/>
        </p:nvSpPr>
        <p:spPr>
          <a:xfrm>
            <a:off x="108295" y="660841"/>
            <a:ext cx="348900" cy="402000"/>
          </a:xfrm>
          <a:prstGeom prst="chevron">
            <a:avLst>
              <a:gd name="adj" fmla="val 50000"/>
            </a:avLst>
          </a:prstGeom>
          <a:solidFill>
            <a:srgbClr val="29B5E8"/>
          </a:solidFill>
          <a:ln>
            <a:noFill/>
          </a:ln>
        </p:spPr>
        <p:txBody>
          <a:bodyPr spcFirstLastPara="1" wrap="square" lIns="86850" tIns="43400" rIns="86850" bIns="43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None/>
            </a:pPr>
            <a:endParaRPr sz="1329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36"/>
          <p:cNvSpPr txBox="1"/>
          <p:nvPr/>
        </p:nvSpPr>
        <p:spPr>
          <a:xfrm>
            <a:off x="234050" y="526450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문제 정의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8" name="Google Shape;298;p36"/>
          <p:cNvSpPr txBox="1"/>
          <p:nvPr/>
        </p:nvSpPr>
        <p:spPr>
          <a:xfrm>
            <a:off x="2571210" y="4483424"/>
            <a:ext cx="1811400" cy="504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36"/>
          <p:cNvSpPr/>
          <p:nvPr/>
        </p:nvSpPr>
        <p:spPr>
          <a:xfrm>
            <a:off x="2486785" y="926651"/>
            <a:ext cx="1981800" cy="355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 panose="020F0502020204030203" pitchFamily="34" charset="0"/>
              </a:rPr>
              <a:t>State your hypothesis as to why you feel this is important</a:t>
            </a:r>
            <a:endParaRPr sz="1300" b="1">
              <a:solidFill>
                <a:srgbClr val="262626"/>
              </a:solidFill>
              <a:latin typeface="Lato" panose="020F0502020204030203" pitchFamily="34" charset="0"/>
              <a:ea typeface="Noto Sans KR"/>
              <a:cs typeface="Noto Sans KR"/>
              <a:sym typeface="Noto Sans KR"/>
            </a:endParaRPr>
          </a:p>
        </p:txBody>
      </p:sp>
      <p:sp>
        <p:nvSpPr>
          <p:cNvPr id="300" name="Google Shape;300;p36"/>
          <p:cNvSpPr/>
          <p:nvPr/>
        </p:nvSpPr>
        <p:spPr>
          <a:xfrm>
            <a:off x="2344255" y="660841"/>
            <a:ext cx="348900" cy="402000"/>
          </a:xfrm>
          <a:prstGeom prst="chevron">
            <a:avLst>
              <a:gd name="adj" fmla="val 50000"/>
            </a:avLst>
          </a:prstGeom>
          <a:solidFill>
            <a:srgbClr val="29B5E8"/>
          </a:solidFill>
          <a:ln>
            <a:noFill/>
          </a:ln>
        </p:spPr>
        <p:txBody>
          <a:bodyPr spcFirstLastPara="1" wrap="square" lIns="86850" tIns="43400" rIns="86850" bIns="43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None/>
            </a:pPr>
            <a:endParaRPr sz="1329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6"/>
          <p:cNvSpPr txBox="1"/>
          <p:nvPr/>
        </p:nvSpPr>
        <p:spPr>
          <a:xfrm>
            <a:off x="2486010" y="526450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Noto Sans KR" panose="020B0200000000000000" pitchFamily="50" charset="-127"/>
                <a:ea typeface="Noto Sans KR" panose="020B0200000000000000" pitchFamily="50" charset="-127"/>
              </a:rPr>
              <a:t>가설</a:t>
            </a:r>
            <a:endParaRPr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2" name="Google Shape;302;p36"/>
          <p:cNvSpPr txBox="1"/>
          <p:nvPr/>
        </p:nvSpPr>
        <p:spPr>
          <a:xfrm>
            <a:off x="4791747" y="4481995"/>
            <a:ext cx="1811400" cy="504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36"/>
          <p:cNvSpPr/>
          <p:nvPr/>
        </p:nvSpPr>
        <p:spPr>
          <a:xfrm>
            <a:off x="4706546" y="925221"/>
            <a:ext cx="1981800" cy="355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 panose="020F0502020204030203" pitchFamily="34" charset="0"/>
              </a:rPr>
              <a:t>Insert Snowflake Architecture Diagram</a:t>
            </a:r>
            <a:endParaRPr sz="1300" b="1">
              <a:solidFill>
                <a:srgbClr val="262626"/>
              </a:solidFill>
              <a:latin typeface="Lato" panose="020F0502020204030203" pitchFamily="34" charset="0"/>
              <a:ea typeface="Noto Sans KR"/>
              <a:cs typeface="Noto Sans KR"/>
              <a:sym typeface="Noto Sans KR"/>
            </a:endParaRPr>
          </a:p>
        </p:txBody>
      </p:sp>
      <p:sp>
        <p:nvSpPr>
          <p:cNvPr id="304" name="Google Shape;304;p36"/>
          <p:cNvSpPr/>
          <p:nvPr/>
        </p:nvSpPr>
        <p:spPr>
          <a:xfrm>
            <a:off x="4580017" y="659411"/>
            <a:ext cx="348900" cy="402000"/>
          </a:xfrm>
          <a:prstGeom prst="chevron">
            <a:avLst>
              <a:gd name="adj" fmla="val 50000"/>
            </a:avLst>
          </a:prstGeom>
          <a:solidFill>
            <a:srgbClr val="29B5E8"/>
          </a:solidFill>
          <a:ln>
            <a:noFill/>
          </a:ln>
        </p:spPr>
        <p:txBody>
          <a:bodyPr spcFirstLastPara="1" wrap="square" lIns="86850" tIns="43400" rIns="86850" bIns="43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None/>
            </a:pPr>
            <a:endParaRPr sz="1329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36"/>
          <p:cNvSpPr txBox="1"/>
          <p:nvPr/>
        </p:nvSpPr>
        <p:spPr>
          <a:xfrm>
            <a:off x="4705771" y="525021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Noto Sans KR" panose="020B0200000000000000" pitchFamily="50" charset="-127"/>
                <a:ea typeface="Noto Sans KR" panose="020B0200000000000000" pitchFamily="50" charset="-127"/>
              </a:rPr>
              <a:t>아키텍처 구조</a:t>
            </a:r>
            <a:endParaRPr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6" name="Google Shape;306;p36"/>
          <p:cNvSpPr txBox="1"/>
          <p:nvPr/>
        </p:nvSpPr>
        <p:spPr>
          <a:xfrm>
            <a:off x="7042932" y="4481995"/>
            <a:ext cx="1811400" cy="504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36"/>
          <p:cNvSpPr/>
          <p:nvPr/>
        </p:nvSpPr>
        <p:spPr>
          <a:xfrm>
            <a:off x="6958506" y="925221"/>
            <a:ext cx="1981800" cy="35568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 panose="020F0502020204030203" pitchFamily="34" charset="0"/>
              </a:rPr>
              <a:t>Add logos or names of languages / libraries / repositories / platforms used / </a:t>
            </a:r>
            <a:r>
              <a:rPr lang="en" sz="1100" b="1">
                <a:latin typeface="Lato" panose="020F0502020204030203" pitchFamily="34" charset="0"/>
              </a:rPr>
              <a:t>cite data sources used</a:t>
            </a:r>
            <a:endParaRPr sz="1300" b="1">
              <a:solidFill>
                <a:srgbClr val="262626"/>
              </a:solidFill>
              <a:latin typeface="Lato" panose="020F0502020204030203" pitchFamily="34" charset="0"/>
              <a:ea typeface="Noto Sans KR"/>
              <a:cs typeface="Noto Sans KR"/>
              <a:sym typeface="Noto Sans KR"/>
            </a:endParaRPr>
          </a:p>
        </p:txBody>
      </p:sp>
      <p:sp>
        <p:nvSpPr>
          <p:cNvPr id="308" name="Google Shape;308;p36"/>
          <p:cNvSpPr/>
          <p:nvPr/>
        </p:nvSpPr>
        <p:spPr>
          <a:xfrm>
            <a:off x="6815976" y="659411"/>
            <a:ext cx="348900" cy="402000"/>
          </a:xfrm>
          <a:prstGeom prst="chevron">
            <a:avLst>
              <a:gd name="adj" fmla="val 50000"/>
            </a:avLst>
          </a:prstGeom>
          <a:solidFill>
            <a:srgbClr val="29B5E8"/>
          </a:solidFill>
          <a:ln>
            <a:noFill/>
          </a:ln>
        </p:spPr>
        <p:txBody>
          <a:bodyPr spcFirstLastPara="1" wrap="square" lIns="86850" tIns="43400" rIns="86850" bIns="43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None/>
            </a:pPr>
            <a:endParaRPr sz="1329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6"/>
          <p:cNvSpPr txBox="1"/>
          <p:nvPr/>
        </p:nvSpPr>
        <p:spPr>
          <a:xfrm>
            <a:off x="6957731" y="525021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Noto Sans KR" panose="020B0200000000000000" pitchFamily="50" charset="-127"/>
                <a:ea typeface="Noto Sans KR" panose="020B0200000000000000" pitchFamily="50" charset="-127"/>
              </a:rPr>
              <a:t>사용된 기술 스택</a:t>
            </a:r>
            <a:endParaRPr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7"/>
          <p:cNvSpPr txBox="1"/>
          <p:nvPr/>
        </p:nvSpPr>
        <p:spPr>
          <a:xfrm>
            <a:off x="363048" y="2108950"/>
            <a:ext cx="81807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7"/>
          <p:cNvSpPr/>
          <p:nvPr/>
        </p:nvSpPr>
        <p:spPr>
          <a:xfrm>
            <a:off x="234825" y="926650"/>
            <a:ext cx="8488200" cy="1182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latin typeface="Lato" panose="020F0502020204030203" pitchFamily="34" charset="0"/>
              </a:rPr>
              <a:t>&lt; Maximum 3 insights in bullets &gt;</a:t>
            </a:r>
            <a:endParaRPr sz="1100" dirty="0">
              <a:latin typeface="Lato" panose="020F0502020204030203" pitchFamily="34" charset="0"/>
            </a:endParaRPr>
          </a:p>
        </p:txBody>
      </p:sp>
      <p:sp>
        <p:nvSpPr>
          <p:cNvPr id="316" name="Google Shape;316;p37"/>
          <p:cNvSpPr/>
          <p:nvPr/>
        </p:nvSpPr>
        <p:spPr>
          <a:xfrm>
            <a:off x="108295" y="660841"/>
            <a:ext cx="348900" cy="402000"/>
          </a:xfrm>
          <a:prstGeom prst="chevron">
            <a:avLst>
              <a:gd name="adj" fmla="val 50000"/>
            </a:avLst>
          </a:prstGeom>
          <a:solidFill>
            <a:srgbClr val="29B5E8"/>
          </a:solidFill>
          <a:ln>
            <a:noFill/>
          </a:ln>
        </p:spPr>
        <p:txBody>
          <a:bodyPr spcFirstLastPara="1" wrap="square" lIns="86850" tIns="43400" rIns="86850" bIns="43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None/>
            </a:pPr>
            <a:endParaRPr sz="1329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7"/>
          <p:cNvSpPr txBox="1"/>
          <p:nvPr/>
        </p:nvSpPr>
        <p:spPr>
          <a:xfrm>
            <a:off x="200872" y="589576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핵심 분석 인사이트</a:t>
            </a:r>
            <a:endParaRPr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8" name="Google Shape;318;p37"/>
          <p:cNvSpPr txBox="1"/>
          <p:nvPr/>
        </p:nvSpPr>
        <p:spPr>
          <a:xfrm>
            <a:off x="234049" y="71750"/>
            <a:ext cx="6455347" cy="65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600" b="1" dirty="0">
                <a:solidFill>
                  <a:schemeClr val="dk1"/>
                </a:solidFill>
                <a:latin typeface="Lato" panose="020F0502020204030203" pitchFamily="34" charset="0"/>
                <a:ea typeface="Noto Sans KR" panose="020B0200000000000000" pitchFamily="50" charset="-127"/>
              </a:rPr>
              <a:t>Insight and Recommendations #1</a:t>
            </a:r>
            <a:endParaRPr sz="2600" b="1" dirty="0">
              <a:solidFill>
                <a:schemeClr val="dk1"/>
              </a:solidFill>
              <a:latin typeface="Lato" panose="020F0502020204030203" pitchFamily="34" charset="0"/>
              <a:ea typeface="Noto Sans KR" panose="020B0200000000000000" pitchFamily="50" charset="-127"/>
            </a:endParaRPr>
          </a:p>
        </p:txBody>
      </p:sp>
      <p:sp>
        <p:nvSpPr>
          <p:cNvPr id="319" name="Google Shape;319;p37"/>
          <p:cNvSpPr txBox="1"/>
          <p:nvPr/>
        </p:nvSpPr>
        <p:spPr>
          <a:xfrm>
            <a:off x="4854874" y="4657500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7"/>
          <p:cNvSpPr/>
          <p:nvPr/>
        </p:nvSpPr>
        <p:spPr>
          <a:xfrm>
            <a:off x="4796100" y="2647075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321" name="Google Shape;321;p37"/>
          <p:cNvSpPr/>
          <p:nvPr/>
        </p:nvSpPr>
        <p:spPr>
          <a:xfrm>
            <a:off x="4615020" y="2406378"/>
            <a:ext cx="348900" cy="402000"/>
          </a:xfrm>
          <a:prstGeom prst="chevron">
            <a:avLst>
              <a:gd name="adj" fmla="val 50000"/>
            </a:avLst>
          </a:prstGeom>
          <a:solidFill>
            <a:srgbClr val="29B5E8"/>
          </a:solidFill>
          <a:ln>
            <a:noFill/>
          </a:ln>
        </p:spPr>
        <p:txBody>
          <a:bodyPr spcFirstLastPara="1" wrap="square" lIns="86850" tIns="43400" rIns="86850" bIns="43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None/>
            </a:pPr>
            <a:endParaRPr sz="1329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7"/>
          <p:cNvSpPr txBox="1"/>
          <p:nvPr/>
        </p:nvSpPr>
        <p:spPr>
          <a:xfrm>
            <a:off x="4707597" y="2335114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Noto Sans KR" panose="020B0200000000000000" pitchFamily="50" charset="-127"/>
                <a:ea typeface="Noto Sans KR" panose="020B0200000000000000" pitchFamily="50" charset="-127"/>
              </a:rPr>
              <a:t>향후 실행 방안 제안</a:t>
            </a:r>
            <a:endParaRPr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3" name="Google Shape;323;p37"/>
          <p:cNvSpPr txBox="1"/>
          <p:nvPr/>
        </p:nvSpPr>
        <p:spPr>
          <a:xfrm>
            <a:off x="380642" y="4657513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7"/>
          <p:cNvSpPr/>
          <p:nvPr/>
        </p:nvSpPr>
        <p:spPr>
          <a:xfrm>
            <a:off x="321868" y="2647088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325" name="Google Shape;325;p37"/>
          <p:cNvSpPr/>
          <p:nvPr/>
        </p:nvSpPr>
        <p:spPr>
          <a:xfrm>
            <a:off x="140788" y="2406391"/>
            <a:ext cx="348900" cy="402000"/>
          </a:xfrm>
          <a:prstGeom prst="chevron">
            <a:avLst>
              <a:gd name="adj" fmla="val 50000"/>
            </a:avLst>
          </a:prstGeom>
          <a:solidFill>
            <a:srgbClr val="29B5E8"/>
          </a:solidFill>
          <a:ln>
            <a:noFill/>
          </a:ln>
        </p:spPr>
        <p:txBody>
          <a:bodyPr spcFirstLastPara="1" wrap="square" lIns="86850" tIns="43400" rIns="86850" bIns="43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None/>
            </a:pPr>
            <a:endParaRPr sz="1329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7"/>
          <p:cNvSpPr txBox="1"/>
          <p:nvPr/>
        </p:nvSpPr>
        <p:spPr>
          <a:xfrm>
            <a:off x="-93261" y="2335126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Noto Sans KR" panose="020B0200000000000000" pitchFamily="50" charset="-127"/>
                <a:ea typeface="Noto Sans KR" panose="020B0200000000000000" pitchFamily="50" charset="-127"/>
              </a:rPr>
              <a:t>기대 효과</a:t>
            </a:r>
            <a:endParaRPr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8"/>
          <p:cNvSpPr txBox="1"/>
          <p:nvPr/>
        </p:nvSpPr>
        <p:spPr>
          <a:xfrm>
            <a:off x="363048" y="2108950"/>
            <a:ext cx="81807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234825" y="926650"/>
            <a:ext cx="8488200" cy="1182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 panose="020F0502020204030203" pitchFamily="34" charset="0"/>
              </a:rPr>
              <a:t>&lt; Maximum 3 insights in bullets &gt;</a:t>
            </a:r>
            <a:endParaRPr sz="1100">
              <a:latin typeface="Lato" panose="020F0502020204030203" pitchFamily="34" charset="0"/>
            </a:endParaRPr>
          </a:p>
        </p:txBody>
      </p:sp>
      <p:sp>
        <p:nvSpPr>
          <p:cNvPr id="333" name="Google Shape;333;p38"/>
          <p:cNvSpPr/>
          <p:nvPr/>
        </p:nvSpPr>
        <p:spPr>
          <a:xfrm>
            <a:off x="108295" y="660841"/>
            <a:ext cx="348900" cy="402000"/>
          </a:xfrm>
          <a:prstGeom prst="chevron">
            <a:avLst>
              <a:gd name="adj" fmla="val 50000"/>
            </a:avLst>
          </a:prstGeom>
          <a:solidFill>
            <a:srgbClr val="29B5E8"/>
          </a:solidFill>
          <a:ln>
            <a:noFill/>
          </a:ln>
        </p:spPr>
        <p:txBody>
          <a:bodyPr spcFirstLastPara="1" wrap="square" lIns="86850" tIns="43400" rIns="86850" bIns="43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None/>
            </a:pPr>
            <a:endParaRPr sz="1329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8"/>
          <p:cNvSpPr txBox="1"/>
          <p:nvPr/>
        </p:nvSpPr>
        <p:spPr>
          <a:xfrm>
            <a:off x="200872" y="589576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핵심 분석 인사이트</a:t>
            </a:r>
            <a:endParaRPr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5" name="Google Shape;335;p38"/>
          <p:cNvSpPr txBox="1"/>
          <p:nvPr/>
        </p:nvSpPr>
        <p:spPr>
          <a:xfrm>
            <a:off x="234050" y="71750"/>
            <a:ext cx="5609700" cy="65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600" b="1" dirty="0">
                <a:solidFill>
                  <a:schemeClr val="dk1"/>
                </a:solidFill>
                <a:latin typeface="Lato" panose="020F0502020204030203" pitchFamily="34" charset="0"/>
              </a:rPr>
              <a:t>Insight and Recommendations #2</a:t>
            </a:r>
            <a:endParaRPr sz="2600" b="1" dirty="0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  <p:sp>
        <p:nvSpPr>
          <p:cNvPr id="336" name="Google Shape;336;p38"/>
          <p:cNvSpPr txBox="1"/>
          <p:nvPr/>
        </p:nvSpPr>
        <p:spPr>
          <a:xfrm>
            <a:off x="4854874" y="4657500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8"/>
          <p:cNvSpPr/>
          <p:nvPr/>
        </p:nvSpPr>
        <p:spPr>
          <a:xfrm>
            <a:off x="4796100" y="2647075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338" name="Google Shape;338;p38"/>
          <p:cNvSpPr/>
          <p:nvPr/>
        </p:nvSpPr>
        <p:spPr>
          <a:xfrm>
            <a:off x="4615020" y="2406378"/>
            <a:ext cx="348900" cy="402000"/>
          </a:xfrm>
          <a:prstGeom prst="chevron">
            <a:avLst>
              <a:gd name="adj" fmla="val 50000"/>
            </a:avLst>
          </a:prstGeom>
          <a:solidFill>
            <a:srgbClr val="29B5E8"/>
          </a:solidFill>
          <a:ln>
            <a:noFill/>
          </a:ln>
        </p:spPr>
        <p:txBody>
          <a:bodyPr spcFirstLastPara="1" wrap="square" lIns="86850" tIns="43400" rIns="86850" bIns="43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None/>
            </a:pPr>
            <a:endParaRPr sz="1329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8"/>
          <p:cNvSpPr txBox="1"/>
          <p:nvPr/>
        </p:nvSpPr>
        <p:spPr>
          <a:xfrm>
            <a:off x="4707597" y="2335114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Noto Sans KR" panose="020B0200000000000000" pitchFamily="50" charset="-127"/>
                <a:ea typeface="Noto Sans KR" panose="020B0200000000000000" pitchFamily="50" charset="-127"/>
              </a:rPr>
              <a:t>향후 실행 방안 제안</a:t>
            </a:r>
            <a:endParaRPr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0" name="Google Shape;340;p38"/>
          <p:cNvSpPr txBox="1"/>
          <p:nvPr/>
        </p:nvSpPr>
        <p:spPr>
          <a:xfrm>
            <a:off x="380642" y="4657513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8"/>
          <p:cNvSpPr/>
          <p:nvPr/>
        </p:nvSpPr>
        <p:spPr>
          <a:xfrm>
            <a:off x="321868" y="2647088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342" name="Google Shape;342;p38"/>
          <p:cNvSpPr/>
          <p:nvPr/>
        </p:nvSpPr>
        <p:spPr>
          <a:xfrm>
            <a:off x="140788" y="2406391"/>
            <a:ext cx="348900" cy="402000"/>
          </a:xfrm>
          <a:prstGeom prst="chevron">
            <a:avLst>
              <a:gd name="adj" fmla="val 50000"/>
            </a:avLst>
          </a:prstGeom>
          <a:solidFill>
            <a:srgbClr val="29B5E8"/>
          </a:solidFill>
          <a:ln>
            <a:noFill/>
          </a:ln>
        </p:spPr>
        <p:txBody>
          <a:bodyPr spcFirstLastPara="1" wrap="square" lIns="86850" tIns="43400" rIns="86850" bIns="43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None/>
            </a:pPr>
            <a:endParaRPr sz="1329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8"/>
          <p:cNvSpPr txBox="1"/>
          <p:nvPr/>
        </p:nvSpPr>
        <p:spPr>
          <a:xfrm>
            <a:off x="-93261" y="2335126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Noto Sans KR" panose="020B0200000000000000" pitchFamily="50" charset="-127"/>
                <a:ea typeface="Noto Sans KR" panose="020B0200000000000000" pitchFamily="50" charset="-127"/>
              </a:rPr>
              <a:t>기대 효과</a:t>
            </a:r>
            <a:endParaRPr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9"/>
          <p:cNvSpPr txBox="1"/>
          <p:nvPr/>
        </p:nvSpPr>
        <p:spPr>
          <a:xfrm>
            <a:off x="363048" y="2108950"/>
            <a:ext cx="81807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9"/>
          <p:cNvSpPr/>
          <p:nvPr/>
        </p:nvSpPr>
        <p:spPr>
          <a:xfrm>
            <a:off x="234825" y="926650"/>
            <a:ext cx="8488200" cy="1182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 panose="020F0502020204030203" pitchFamily="34" charset="0"/>
              </a:rPr>
              <a:t>&lt; Maximum 3 insights in bullets &gt;</a:t>
            </a:r>
            <a:endParaRPr sz="1100">
              <a:latin typeface="Lato" panose="020F0502020204030203" pitchFamily="34" charset="0"/>
            </a:endParaRPr>
          </a:p>
        </p:txBody>
      </p:sp>
      <p:sp>
        <p:nvSpPr>
          <p:cNvPr id="350" name="Google Shape;350;p39"/>
          <p:cNvSpPr/>
          <p:nvPr/>
        </p:nvSpPr>
        <p:spPr>
          <a:xfrm>
            <a:off x="108295" y="660841"/>
            <a:ext cx="348900" cy="402000"/>
          </a:xfrm>
          <a:prstGeom prst="chevron">
            <a:avLst>
              <a:gd name="adj" fmla="val 50000"/>
            </a:avLst>
          </a:prstGeom>
          <a:solidFill>
            <a:srgbClr val="29B5E8"/>
          </a:solidFill>
          <a:ln>
            <a:noFill/>
          </a:ln>
        </p:spPr>
        <p:txBody>
          <a:bodyPr spcFirstLastPara="1" wrap="square" lIns="86850" tIns="43400" rIns="86850" bIns="43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None/>
            </a:pPr>
            <a:endParaRPr sz="1329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9"/>
          <p:cNvSpPr txBox="1"/>
          <p:nvPr/>
        </p:nvSpPr>
        <p:spPr>
          <a:xfrm>
            <a:off x="200872" y="589576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핵심 분석 인사이트</a:t>
            </a:r>
            <a:endParaRPr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2" name="Google Shape;352;p39"/>
          <p:cNvSpPr txBox="1"/>
          <p:nvPr/>
        </p:nvSpPr>
        <p:spPr>
          <a:xfrm>
            <a:off x="234050" y="71750"/>
            <a:ext cx="5609700" cy="65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600" b="1">
                <a:solidFill>
                  <a:schemeClr val="dk1"/>
                </a:solidFill>
                <a:latin typeface="Lato" panose="020F0502020204030203" pitchFamily="34" charset="0"/>
              </a:rPr>
              <a:t>Insight and Recommendations #3</a:t>
            </a:r>
            <a:endParaRPr sz="2600" b="1">
              <a:solidFill>
                <a:schemeClr val="dk1"/>
              </a:solidFill>
              <a:latin typeface="Lato" panose="020F0502020204030203" pitchFamily="34" charset="0"/>
            </a:endParaRPr>
          </a:p>
        </p:txBody>
      </p:sp>
      <p:sp>
        <p:nvSpPr>
          <p:cNvPr id="353" name="Google Shape;353;p39"/>
          <p:cNvSpPr txBox="1"/>
          <p:nvPr/>
        </p:nvSpPr>
        <p:spPr>
          <a:xfrm>
            <a:off x="4854874" y="4657500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9"/>
          <p:cNvSpPr/>
          <p:nvPr/>
        </p:nvSpPr>
        <p:spPr>
          <a:xfrm>
            <a:off x="4796100" y="2647075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355" name="Google Shape;355;p39"/>
          <p:cNvSpPr/>
          <p:nvPr/>
        </p:nvSpPr>
        <p:spPr>
          <a:xfrm>
            <a:off x="4615020" y="2406378"/>
            <a:ext cx="348900" cy="402000"/>
          </a:xfrm>
          <a:prstGeom prst="chevron">
            <a:avLst>
              <a:gd name="adj" fmla="val 50000"/>
            </a:avLst>
          </a:prstGeom>
          <a:solidFill>
            <a:srgbClr val="29B5E8"/>
          </a:solidFill>
          <a:ln>
            <a:noFill/>
          </a:ln>
        </p:spPr>
        <p:txBody>
          <a:bodyPr spcFirstLastPara="1" wrap="square" lIns="86850" tIns="43400" rIns="86850" bIns="43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None/>
            </a:pPr>
            <a:endParaRPr sz="1329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9"/>
          <p:cNvSpPr txBox="1"/>
          <p:nvPr/>
        </p:nvSpPr>
        <p:spPr>
          <a:xfrm>
            <a:off x="4707597" y="2335114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Noto Sans KR" panose="020B0200000000000000" pitchFamily="50" charset="-127"/>
                <a:ea typeface="Noto Sans KR" panose="020B0200000000000000" pitchFamily="50" charset="-127"/>
              </a:rPr>
              <a:t>향후 실행 방안 제안</a:t>
            </a:r>
            <a:endParaRPr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7" name="Google Shape;357;p39"/>
          <p:cNvSpPr txBox="1"/>
          <p:nvPr/>
        </p:nvSpPr>
        <p:spPr>
          <a:xfrm>
            <a:off x="380642" y="4657513"/>
            <a:ext cx="3750000" cy="57600"/>
          </a:xfrm>
          <a:prstGeom prst="rect">
            <a:avLst/>
          </a:prstGeom>
          <a:solidFill>
            <a:srgbClr val="29B5E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9"/>
          <p:cNvSpPr/>
          <p:nvPr/>
        </p:nvSpPr>
        <p:spPr>
          <a:xfrm>
            <a:off x="321868" y="2647088"/>
            <a:ext cx="3890700" cy="2010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50" tIns="91425" rIns="73150" bIns="91425" anchor="ctr" anchorCtr="0">
            <a:noAutofit/>
          </a:bodyPr>
          <a:lstStyle/>
          <a:p>
            <a:pPr marL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359" name="Google Shape;359;p39"/>
          <p:cNvSpPr/>
          <p:nvPr/>
        </p:nvSpPr>
        <p:spPr>
          <a:xfrm>
            <a:off x="140788" y="2406391"/>
            <a:ext cx="348900" cy="402000"/>
          </a:xfrm>
          <a:prstGeom prst="chevron">
            <a:avLst>
              <a:gd name="adj" fmla="val 50000"/>
            </a:avLst>
          </a:prstGeom>
          <a:solidFill>
            <a:srgbClr val="29B5E8"/>
          </a:solidFill>
          <a:ln>
            <a:noFill/>
          </a:ln>
        </p:spPr>
        <p:txBody>
          <a:bodyPr spcFirstLastPara="1" wrap="square" lIns="86850" tIns="43400" rIns="86850" bIns="43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Font typeface="Arial"/>
              <a:buNone/>
            </a:pPr>
            <a:endParaRPr sz="1329" b="0" i="0" u="none" strike="noStrike" cap="none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9"/>
          <p:cNvSpPr txBox="1"/>
          <p:nvPr/>
        </p:nvSpPr>
        <p:spPr>
          <a:xfrm>
            <a:off x="-93261" y="2335126"/>
            <a:ext cx="1981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Noto Sans KR" panose="020B0200000000000000" pitchFamily="50" charset="-127"/>
                <a:ea typeface="Noto Sans KR" panose="020B0200000000000000" pitchFamily="50" charset="-127"/>
              </a:rPr>
              <a:t>기대 효과</a:t>
            </a:r>
            <a:endParaRPr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0"/>
          <p:cNvSpPr txBox="1">
            <a:spLocks noGrp="1"/>
          </p:cNvSpPr>
          <p:nvPr>
            <p:ph type="body" idx="1"/>
          </p:nvPr>
        </p:nvSpPr>
        <p:spPr>
          <a:xfrm>
            <a:off x="365750" y="1886350"/>
            <a:ext cx="7484400" cy="1357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owflake 2025.01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29B5E8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444</Words>
  <Application>Microsoft Office PowerPoint</Application>
  <PresentationFormat>화면 슬라이드 쇼(16:9)</PresentationFormat>
  <Paragraphs>40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Calibri</vt:lpstr>
      <vt:lpstr>Noto Sans KR</vt:lpstr>
      <vt:lpstr>Montserrat</vt:lpstr>
      <vt:lpstr>Arial</vt:lpstr>
      <vt:lpstr>Arial Black</vt:lpstr>
      <vt:lpstr>Lato</vt:lpstr>
      <vt:lpstr>Snowflake 2025.01</vt:lpstr>
      <vt:lpstr>Name of Individual</vt:lpstr>
      <vt:lpstr>INSTRUCTIONS: </vt:lpstr>
      <vt:lpstr>REQUIREMENTS (필요 제출 사항):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 u</dc:creator>
  <cp:lastModifiedBy>ser u</cp:lastModifiedBy>
  <cp:revision>1</cp:revision>
  <dcterms:modified xsi:type="dcterms:W3CDTF">2026-04-12T04:40:28Z</dcterms:modified>
</cp:coreProperties>
</file>