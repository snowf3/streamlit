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embeddedFontLst>
    <p:embeddedFont>
      <p:font typeface="Arial Black" panose="020B0A04020102020204" pitchFamily="34" charset="0"/>
      <p:regular r:id="rId11"/>
      <p:bold r:id="rId12"/>
    </p:embeddedFont>
    <p:embeddedFont>
      <p:font typeface="Lato" panose="020F0502020204030204" pitchFamily="34" charset="0"/>
      <p:regular r:id="rId13"/>
      <p:bold r:id="rId14"/>
      <p:italic r:id="rId15"/>
      <p:boldItalic r:id="rId16"/>
    </p:embeddedFont>
    <p:embeddedFont>
      <p:font typeface="Montserrat" panose="020F0502020204030204" pitchFamily="2" charset="0"/>
      <p:regular r:id="rId17"/>
      <p:bold r:id="rId18"/>
      <p:italic r:id="rId19"/>
      <p:boldItalic r:id="rId20"/>
    </p:embeddedFont>
    <p:embeddedFont>
      <p:font typeface="Noto Sans KR" panose="020B0200000000000000" pitchFamily="50" charset="-127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393" y="4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font" Target="fonts/font7.fntdata"/><Relationship Id="rId18" Type="http://schemas.openxmlformats.org/officeDocument/2006/relationships/font" Target="fonts/font8.fntdata"/><Relationship Id="rId19" Type="http://schemas.openxmlformats.org/officeDocument/2006/relationships/font" Target="fonts/font9.fntdata"/><Relationship Id="rId20" Type="http://schemas.openxmlformats.org/officeDocument/2006/relationships/font" Target="fonts/font10.fntdata"/><Relationship Id="rId21" Type="http://schemas.openxmlformats.org/officeDocument/2006/relationships/font" Target="fonts/font11.fntdata"/><Relationship Id="rId22" Type="http://schemas.openxmlformats.org/officeDocument/2006/relationships/font" Target="fonts/font12.fnt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262eb4831da_0_8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262eb4831da_0_8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262eb4831da_0_4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262eb4831da_0_4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d086c7456b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d086c7456b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262eb4831da_0_4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262eb4831da_0_4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d792b7e505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3d792b7e505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d792b7e505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3d792b7e505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d792b7e505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3d792b7e505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62eb4831da_0_1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3" name="Google Shape;363;g262eb4831da_0_1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-use layout">
  <p:cSld name="Multi-use layout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title"/>
          </p:nvPr>
        </p:nvSpPr>
        <p:spPr>
          <a:xfrm>
            <a:off x="365750" y="274323"/>
            <a:ext cx="83448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85000"/>
              </a:lnSpc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-use layout w/ 2-Line Title">
  <p:cSld name="Multi-use layout_2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367900" y="274323"/>
            <a:ext cx="83448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ubTitle" idx="1"/>
          </p:nvPr>
        </p:nvSpPr>
        <p:spPr>
          <a:xfrm>
            <a:off x="365760" y="1122367"/>
            <a:ext cx="83448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0" y="343500"/>
            <a:ext cx="137100" cy="73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-use layout w/ Dotted Lines 01">
  <p:cSld name="Multi-use layout_1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oogle Shape;27;p4"/>
          <p:cNvGrpSpPr/>
          <p:nvPr/>
        </p:nvGrpSpPr>
        <p:grpSpPr>
          <a:xfrm>
            <a:off x="3" y="3761952"/>
            <a:ext cx="9143997" cy="1371564"/>
            <a:chOff x="-10" y="3735321"/>
            <a:chExt cx="9139427" cy="1408177"/>
          </a:xfrm>
        </p:grpSpPr>
        <p:pic>
          <p:nvPicPr>
            <p:cNvPr id="28" name="Google Shape;28;p4"/>
            <p:cNvPicPr preferRelativeResize="0"/>
            <p:nvPr/>
          </p:nvPicPr>
          <p:blipFill rotWithShape="1">
            <a:blip r:embed="rId2">
              <a:alphaModFix amt="29000"/>
            </a:blip>
            <a:srcRect t="140" b="140"/>
            <a:stretch/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Google Shape;29;p4"/>
            <p:cNvPicPr preferRelativeResize="0"/>
            <p:nvPr/>
          </p:nvPicPr>
          <p:blipFill rotWithShape="1">
            <a:blip r:embed="rId3">
              <a:alphaModFix amt="29000"/>
            </a:blip>
            <a:srcRect t="140" b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4"/>
            <p:cNvPicPr preferRelativeResize="0"/>
            <p:nvPr/>
          </p:nvPicPr>
          <p:blipFill rotWithShape="1">
            <a:blip r:embed="rId4">
              <a:alphaModFix amt="29000"/>
            </a:blip>
            <a:srcRect t="140" b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" name="Google Shape;31;p4"/>
          <p:cNvSpPr txBox="1">
            <a:spLocks noGrp="1"/>
          </p:cNvSpPr>
          <p:nvPr>
            <p:ph type="sldNum" idx="12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4"/>
          <p:cNvSpPr txBox="1">
            <a:spLocks noGrp="1"/>
          </p:cNvSpPr>
          <p:nvPr>
            <p:ph type="title"/>
          </p:nvPr>
        </p:nvSpPr>
        <p:spPr>
          <a:xfrm>
            <a:off x="367900" y="274323"/>
            <a:ext cx="83448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4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-use layout w/ Dotted Lines 02">
  <p:cSld name="Multi-use layout_1_1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oogle Shape;39;p5"/>
          <p:cNvGrpSpPr/>
          <p:nvPr/>
        </p:nvGrpSpPr>
        <p:grpSpPr>
          <a:xfrm>
            <a:off x="0" y="4370576"/>
            <a:ext cx="9144001" cy="772925"/>
            <a:chOff x="0" y="4370576"/>
            <a:chExt cx="9144001" cy="772925"/>
          </a:xfrm>
        </p:grpSpPr>
        <p:pic>
          <p:nvPicPr>
            <p:cNvPr id="40" name="Google Shape;40;p5"/>
            <p:cNvPicPr preferRelativeResize="0"/>
            <p:nvPr/>
          </p:nvPicPr>
          <p:blipFill rotWithShape="1">
            <a:blip r:embed="rId2">
              <a:alphaModFix amt="29000"/>
            </a:blip>
            <a:srcRect t="140" b="43664"/>
            <a:stretch/>
          </p:blipFill>
          <p:spPr>
            <a:xfrm>
              <a:off x="0" y="4370576"/>
              <a:ext cx="3046476" cy="7729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1" name="Google Shape;41;p5"/>
            <p:cNvPicPr preferRelativeResize="0"/>
            <p:nvPr/>
          </p:nvPicPr>
          <p:blipFill rotWithShape="1">
            <a:blip r:embed="rId3">
              <a:alphaModFix amt="29000"/>
            </a:blip>
            <a:srcRect t="140" b="43664"/>
            <a:stretch/>
          </p:blipFill>
          <p:spPr>
            <a:xfrm>
              <a:off x="3051050" y="4370576"/>
              <a:ext cx="3046476" cy="7729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2" name="Google Shape;42;p5"/>
            <p:cNvPicPr preferRelativeResize="0"/>
            <p:nvPr/>
          </p:nvPicPr>
          <p:blipFill rotWithShape="1">
            <a:blip r:embed="rId4">
              <a:alphaModFix amt="29000"/>
            </a:blip>
            <a:srcRect t="140" b="43664"/>
            <a:stretch/>
          </p:blipFill>
          <p:spPr>
            <a:xfrm>
              <a:off x="6097525" y="4370576"/>
              <a:ext cx="3046476" cy="77292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3" name="Google Shape;43;p5"/>
          <p:cNvSpPr txBox="1">
            <a:spLocks noGrp="1"/>
          </p:cNvSpPr>
          <p:nvPr>
            <p:ph type="sldNum" idx="12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" name="Google Shape;44;p5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5"/>
          <p:cNvSpPr txBox="1">
            <a:spLocks noGrp="1"/>
          </p:cNvSpPr>
          <p:nvPr>
            <p:ph type="title"/>
          </p:nvPr>
        </p:nvSpPr>
        <p:spPr>
          <a:xfrm>
            <a:off x="367900" y="274323"/>
            <a:ext cx="83448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1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5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5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-use layout w/ Dotted Arrows">
  <p:cSld name="Multi-use layout_1_1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6"/>
          <p:cNvPicPr preferRelativeResize="0"/>
          <p:nvPr/>
        </p:nvPicPr>
        <p:blipFill rotWithShape="1">
          <a:blip r:embed="rId2">
            <a:alphaModFix/>
          </a:blip>
          <a:srcRect l="22840"/>
          <a:stretch/>
        </p:blipFill>
        <p:spPr>
          <a:xfrm flipH="1">
            <a:off x="7782375" y="2935675"/>
            <a:ext cx="1368150" cy="1931223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3" name="Google Shape;53;p6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6"/>
          <p:cNvSpPr txBox="1">
            <a:spLocks noGrp="1"/>
          </p:cNvSpPr>
          <p:nvPr>
            <p:ph type="title"/>
          </p:nvPr>
        </p:nvSpPr>
        <p:spPr>
          <a:xfrm>
            <a:off x="367900" y="274323"/>
            <a:ext cx="83448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6"/>
          <p:cNvSpPr txBox="1">
            <a:spLocks noGrp="1"/>
          </p:cNvSpPr>
          <p:nvPr>
            <p:ph type="subTitle" idx="1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>
            <a:endParaRPr/>
          </a:p>
        </p:txBody>
      </p:sp>
      <p:sp>
        <p:nvSpPr>
          <p:cNvPr id="56" name="Google Shape;56;p6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6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6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Layout">
  <p:cSld name="One Column Layou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7"/>
          <p:cNvSpPr txBox="1">
            <a:spLocks noGrp="1"/>
          </p:cNvSpPr>
          <p:nvPr>
            <p:ph type="body" idx="1"/>
          </p:nvPr>
        </p:nvSpPr>
        <p:spPr>
          <a:xfrm>
            <a:off x="365750" y="1371600"/>
            <a:ext cx="6261300" cy="331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429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7"/>
          <p:cNvSpPr txBox="1">
            <a:spLocks noGrp="1"/>
          </p:cNvSpPr>
          <p:nvPr>
            <p:ph type="title"/>
          </p:nvPr>
        </p:nvSpPr>
        <p:spPr>
          <a:xfrm>
            <a:off x="365750" y="274323"/>
            <a:ext cx="83211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7"/>
          <p:cNvSpPr txBox="1">
            <a:spLocks noGrp="1"/>
          </p:cNvSpPr>
          <p:nvPr>
            <p:ph type="sldNum" idx="12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3" name="Google Shape;63;p7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7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7"/>
          <p:cNvSpPr txBox="1">
            <a:spLocks noGrp="1"/>
          </p:cNvSpPr>
          <p:nvPr>
            <p:ph type="subTitle" idx="2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7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umn Layout">
  <p:cSld name="One Column Layout_1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8"/>
          <p:cNvSpPr txBox="1">
            <a:spLocks noGrp="1"/>
          </p:cNvSpPr>
          <p:nvPr>
            <p:ph type="title"/>
          </p:nvPr>
        </p:nvSpPr>
        <p:spPr>
          <a:xfrm>
            <a:off x="365750" y="274323"/>
            <a:ext cx="83484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8"/>
          <p:cNvSpPr txBox="1">
            <a:spLocks noGrp="1"/>
          </p:cNvSpPr>
          <p:nvPr>
            <p:ph type="body" idx="1"/>
          </p:nvPr>
        </p:nvSpPr>
        <p:spPr>
          <a:xfrm>
            <a:off x="365750" y="1371600"/>
            <a:ext cx="4160400" cy="331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0" name="Google Shape;70;p8"/>
          <p:cNvSpPr txBox="1">
            <a:spLocks noGrp="1"/>
          </p:cNvSpPr>
          <p:nvPr>
            <p:ph type="body" idx="2"/>
          </p:nvPr>
        </p:nvSpPr>
        <p:spPr>
          <a:xfrm>
            <a:off x="4617721" y="1371600"/>
            <a:ext cx="4160400" cy="331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10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marL="1828800" lvl="3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sldNum" idx="12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2" name="Google Shape;72;p8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8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8"/>
          <p:cNvSpPr txBox="1">
            <a:spLocks noGrp="1"/>
          </p:cNvSpPr>
          <p:nvPr>
            <p:ph type="subTitle" idx="3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>
            <a:endParaRPr/>
          </a:p>
        </p:txBody>
      </p:sp>
      <p:sp>
        <p:nvSpPr>
          <p:cNvPr id="75" name="Google Shape;75;p8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Column Layout">
  <p:cSld name="One Column Layout_1_1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9"/>
          <p:cNvSpPr txBox="1">
            <a:spLocks noGrp="1"/>
          </p:cNvSpPr>
          <p:nvPr>
            <p:ph type="title"/>
          </p:nvPr>
        </p:nvSpPr>
        <p:spPr>
          <a:xfrm>
            <a:off x="365750" y="274320"/>
            <a:ext cx="83577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9"/>
          <p:cNvSpPr txBox="1">
            <a:spLocks noGrp="1"/>
          </p:cNvSpPr>
          <p:nvPr>
            <p:ph type="body" idx="1"/>
          </p:nvPr>
        </p:nvSpPr>
        <p:spPr>
          <a:xfrm>
            <a:off x="365750" y="1371600"/>
            <a:ext cx="2697600" cy="331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marL="914400" lvl="1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04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3pPr>
            <a:lvl4pPr marL="1828800" lvl="3" indent="-304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rtl="0">
              <a:spcBef>
                <a:spcPts val="1000"/>
              </a:spcBef>
              <a:spcAft>
                <a:spcPts val="100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79" name="Google Shape;79;p9"/>
          <p:cNvSpPr txBox="1">
            <a:spLocks noGrp="1"/>
          </p:cNvSpPr>
          <p:nvPr>
            <p:ph type="body" idx="2"/>
          </p:nvPr>
        </p:nvSpPr>
        <p:spPr>
          <a:xfrm>
            <a:off x="3169031" y="1371600"/>
            <a:ext cx="2697600" cy="331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marL="914400" lvl="1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04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3pPr>
            <a:lvl4pPr marL="1828800" lvl="3" indent="-304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rtl="0">
              <a:spcBef>
                <a:spcPts val="1000"/>
              </a:spcBef>
              <a:spcAft>
                <a:spcPts val="100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80" name="Google Shape;80;p9"/>
          <p:cNvSpPr txBox="1">
            <a:spLocks noGrp="1"/>
          </p:cNvSpPr>
          <p:nvPr>
            <p:ph type="body" idx="3"/>
          </p:nvPr>
        </p:nvSpPr>
        <p:spPr>
          <a:xfrm>
            <a:off x="6127925" y="1371600"/>
            <a:ext cx="2697600" cy="331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marL="914400" lvl="1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04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3pPr>
            <a:lvl4pPr marL="1828800" lvl="3" indent="-304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rtl="0">
              <a:spcBef>
                <a:spcPts val="10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rtl="0">
              <a:spcBef>
                <a:spcPts val="1000"/>
              </a:spcBef>
              <a:spcAft>
                <a:spcPts val="100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81" name="Google Shape;81;p9"/>
          <p:cNvSpPr txBox="1">
            <a:spLocks noGrp="1"/>
          </p:cNvSpPr>
          <p:nvPr>
            <p:ph type="sldNum" idx="12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" name="Google Shape;82;p9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9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9"/>
          <p:cNvSpPr txBox="1">
            <a:spLocks noGrp="1"/>
          </p:cNvSpPr>
          <p:nvPr>
            <p:ph type="subTitle" idx="4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>
            <a:endParaRPr/>
          </a:p>
        </p:txBody>
      </p:sp>
      <p:sp>
        <p:nvSpPr>
          <p:cNvPr id="85" name="Google Shape;85;p9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1996">
          <p15:clr>
            <a:srgbClr val="FA7B17"/>
          </p15:clr>
        </p15:guide>
        <p15:guide id="2" pos="1906">
          <p15:clr>
            <a:srgbClr val="FA7B17"/>
          </p15:clr>
        </p15:guide>
        <p15:guide id="3" pos="3758">
          <p15:clr>
            <a:srgbClr val="FA7B17"/>
          </p15:clr>
        </p15:guide>
        <p15:guide id="4" pos="3860">
          <p15:clr>
            <a:srgbClr val="FA7B17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Column Layout">
  <p:cSld name="One Column Layout_1_1_1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0"/>
          <p:cNvSpPr/>
          <p:nvPr/>
        </p:nvSpPr>
        <p:spPr>
          <a:xfrm>
            <a:off x="457195" y="4846508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"/>
          <p:cNvSpPr txBox="1">
            <a:spLocks noGrp="1"/>
          </p:cNvSpPr>
          <p:nvPr>
            <p:ph type="sldNum" idx="12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9" name="Google Shape;89;p10"/>
          <p:cNvSpPr txBox="1">
            <a:spLocks noGrp="1"/>
          </p:cNvSpPr>
          <p:nvPr>
            <p:ph type="title"/>
          </p:nvPr>
        </p:nvSpPr>
        <p:spPr>
          <a:xfrm>
            <a:off x="365750" y="274320"/>
            <a:ext cx="83484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0"/>
          <p:cNvSpPr txBox="1">
            <a:spLocks noGrp="1"/>
          </p:cNvSpPr>
          <p:nvPr>
            <p:ph type="body" idx="1"/>
          </p:nvPr>
        </p:nvSpPr>
        <p:spPr>
          <a:xfrm>
            <a:off x="365750" y="1371600"/>
            <a:ext cx="1920300" cy="331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marL="914400" lvl="1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91" name="Google Shape;91;p10"/>
          <p:cNvSpPr txBox="1">
            <a:spLocks noGrp="1"/>
          </p:cNvSpPr>
          <p:nvPr>
            <p:ph type="body" idx="2"/>
          </p:nvPr>
        </p:nvSpPr>
        <p:spPr>
          <a:xfrm>
            <a:off x="2459408" y="1371600"/>
            <a:ext cx="1920300" cy="331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marL="914400" lvl="1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92" name="Google Shape;92;p10"/>
          <p:cNvSpPr txBox="1">
            <a:spLocks noGrp="1"/>
          </p:cNvSpPr>
          <p:nvPr>
            <p:ph type="body" idx="3"/>
          </p:nvPr>
        </p:nvSpPr>
        <p:spPr>
          <a:xfrm>
            <a:off x="4673192" y="1371600"/>
            <a:ext cx="1920300" cy="331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marL="914400" lvl="1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93" name="Google Shape;93;p10"/>
          <p:cNvSpPr txBox="1">
            <a:spLocks noGrp="1"/>
          </p:cNvSpPr>
          <p:nvPr>
            <p:ph type="body" idx="4"/>
          </p:nvPr>
        </p:nvSpPr>
        <p:spPr>
          <a:xfrm>
            <a:off x="6887000" y="1371600"/>
            <a:ext cx="1920300" cy="331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•"/>
              <a:defRPr sz="1400"/>
            </a:lvl1pPr>
            <a:lvl2pPr marL="914400" lvl="1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2pPr>
            <a:lvl3pPr marL="1371600" lvl="2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3pPr>
            <a:lvl4pPr marL="1828800" lvl="3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94" name="Google Shape;94;p10"/>
          <p:cNvSpPr/>
          <p:nvPr/>
        </p:nvSpPr>
        <p:spPr>
          <a:xfrm>
            <a:off x="660640" y="4867093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"/>
          <p:cNvSpPr txBox="1">
            <a:spLocks noGrp="1"/>
          </p:cNvSpPr>
          <p:nvPr>
            <p:ph type="subTitle" idx="5"/>
          </p:nvPr>
        </p:nvSpPr>
        <p:spPr>
          <a:xfrm>
            <a:off x="365760" y="655285"/>
            <a:ext cx="83448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10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1422">
          <p15:clr>
            <a:srgbClr val="FA7B17"/>
          </p15:clr>
        </p15:guide>
        <p15:guide id="2" pos="4211">
          <p15:clr>
            <a:srgbClr val="FA7B17"/>
          </p15:clr>
        </p15:guide>
        <p15:guide id="3" pos="1549">
          <p15:clr>
            <a:srgbClr val="FA7B17"/>
          </p15:clr>
        </p15:guide>
        <p15:guide id="4" pos="2816">
          <p15:clr>
            <a:srgbClr val="FA7B17"/>
          </p15:clr>
        </p15:guide>
        <p15:guide id="5" pos="2944">
          <p15:clr>
            <a:srgbClr val="FA7B17"/>
          </p15:clr>
        </p15:guide>
        <p15:guide id="6" pos="4338">
          <p15:clr>
            <a:srgbClr val="FA7B17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1"/>
          <p:cNvSpPr/>
          <p:nvPr/>
        </p:nvSpPr>
        <p:spPr>
          <a:xfrm>
            <a:off x="2291700" y="0"/>
            <a:ext cx="68523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11"/>
          <p:cNvSpPr txBox="1">
            <a:spLocks noGrp="1"/>
          </p:cNvSpPr>
          <p:nvPr>
            <p:ph type="body" idx="1"/>
          </p:nvPr>
        </p:nvSpPr>
        <p:spPr>
          <a:xfrm>
            <a:off x="365750" y="274320"/>
            <a:ext cx="1926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2860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 b="1" i="0" cap="none">
                <a:solidFill>
                  <a:schemeClr val="dk1"/>
                </a:solidFill>
              </a:defRPr>
            </a:lvl1pPr>
            <a:lvl2pPr marL="914400" lvl="1" indent="-3429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1"/>
            </a:lvl2pPr>
            <a:lvl3pPr marL="1371600" lvl="2" indent="-3429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 b="1"/>
            </a:lvl3pPr>
            <a:lvl4pPr marL="1828800" lvl="3" indent="-3175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4pPr>
            <a:lvl5pPr marL="2286000" lvl="4" indent="-3175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5pPr>
            <a:lvl6pPr marL="2743200" lvl="5" indent="-3175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6pPr>
            <a:lvl7pPr marL="3200400" lvl="6" indent="-3175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7pPr>
            <a:lvl8pPr marL="3657600" lvl="7" indent="-3175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1"/>
            </a:lvl8pPr>
            <a:lvl9pPr marL="4114800" lvl="8" indent="-317500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Char char="•"/>
              <a:defRPr b="1"/>
            </a:lvl9pPr>
          </a:lstStyle>
          <a:p>
            <a:endParaRPr/>
          </a:p>
        </p:txBody>
      </p:sp>
      <p:sp>
        <p:nvSpPr>
          <p:cNvPr id="100" name="Google Shape;100;p11"/>
          <p:cNvSpPr txBox="1">
            <a:spLocks noGrp="1"/>
          </p:cNvSpPr>
          <p:nvPr>
            <p:ph type="sldNum" idx="12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600" i="0">
                <a:solidFill>
                  <a:srgbClr val="EFEFEF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600" i="0">
                <a:solidFill>
                  <a:srgbClr val="EFEFEF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600" i="0">
                <a:solidFill>
                  <a:srgbClr val="EFEFEF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600" i="0">
                <a:solidFill>
                  <a:srgbClr val="EFEFEF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600" i="0">
                <a:solidFill>
                  <a:srgbClr val="EFEFEF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600" i="0">
                <a:solidFill>
                  <a:srgbClr val="EFEFEF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600" i="0">
                <a:solidFill>
                  <a:srgbClr val="EFEFEF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600" i="0">
                <a:solidFill>
                  <a:srgbClr val="EFEFEF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600" i="0">
                <a:solidFill>
                  <a:srgbClr val="EFEFE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1" name="Google Shape;101;p11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1"/>
          <p:cNvSpPr txBox="1">
            <a:spLocks noGrp="1"/>
          </p:cNvSpPr>
          <p:nvPr>
            <p:ph type="body" idx="2"/>
          </p:nvPr>
        </p:nvSpPr>
        <p:spPr>
          <a:xfrm>
            <a:off x="2961200" y="914400"/>
            <a:ext cx="5725500" cy="3771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•"/>
              <a:defRPr>
                <a:solidFill>
                  <a:srgbClr val="FFFFFF"/>
                </a:solidFill>
              </a:defRPr>
            </a:lvl1pPr>
            <a:lvl2pPr marL="914400" lvl="1" indent="-342900" rtl="0">
              <a:spcBef>
                <a:spcPts val="1000"/>
              </a:spcBef>
              <a:spcAft>
                <a:spcPts val="0"/>
              </a:spcAft>
              <a:buSzPts val="1800"/>
              <a:buChar char="•"/>
              <a:defRPr>
                <a:solidFill>
                  <a:srgbClr val="FFFFFF"/>
                </a:solidFill>
              </a:defRPr>
            </a:lvl2pPr>
            <a:lvl3pPr marL="1371600" lvl="2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3pPr>
            <a:lvl4pPr marL="1828800" lvl="3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4pPr>
            <a:lvl5pPr marL="2286000" lvl="4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5pPr>
            <a:lvl6pPr marL="2743200" lvl="5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6pPr>
            <a:lvl7pPr marL="3200400" lvl="6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7pPr>
            <a:lvl8pPr marL="3657600" lvl="7" indent="-317500" rtl="0">
              <a:spcBef>
                <a:spcPts val="100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8pPr>
            <a:lvl9pPr marL="4114800" lvl="8" indent="-317500" rtl="0"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04" name="Google Shape;104;p11"/>
          <p:cNvSpPr/>
          <p:nvPr/>
        </p:nvSpPr>
        <p:spPr>
          <a:xfrm>
            <a:off x="6369225" y="228600"/>
            <a:ext cx="1322446" cy="1414662"/>
          </a:xfrm>
          <a:custGeom>
            <a:avLst/>
            <a:gdLst/>
            <a:ahLst/>
            <a:cxnLst/>
            <a:rect l="l" t="t" r="r" b="b"/>
            <a:pathLst>
              <a:path w="1950" h="2085" extrusionOk="0">
                <a:moveTo>
                  <a:pt x="402" y="0"/>
                </a:moveTo>
                <a:cubicBezTo>
                  <a:pt x="281" y="0"/>
                  <a:pt x="162" y="64"/>
                  <a:pt x="97" y="177"/>
                </a:cubicBezTo>
                <a:cubicBezTo>
                  <a:pt x="0" y="345"/>
                  <a:pt x="57" y="560"/>
                  <a:pt x="226" y="657"/>
                </a:cubicBezTo>
                <a:cubicBezTo>
                  <a:pt x="894" y="1043"/>
                  <a:pt x="894" y="1043"/>
                  <a:pt x="894" y="1043"/>
                </a:cubicBezTo>
                <a:cubicBezTo>
                  <a:pt x="226" y="1428"/>
                  <a:pt x="226" y="1428"/>
                  <a:pt x="226" y="1428"/>
                </a:cubicBezTo>
                <a:cubicBezTo>
                  <a:pt x="57" y="1526"/>
                  <a:pt x="0" y="1740"/>
                  <a:pt x="97" y="1909"/>
                </a:cubicBezTo>
                <a:cubicBezTo>
                  <a:pt x="162" y="2022"/>
                  <a:pt x="280" y="2085"/>
                  <a:pt x="402" y="2085"/>
                </a:cubicBezTo>
                <a:cubicBezTo>
                  <a:pt x="462" y="2085"/>
                  <a:pt x="522" y="2070"/>
                  <a:pt x="578" y="2038"/>
                </a:cubicBezTo>
                <a:cubicBezTo>
                  <a:pt x="1773" y="1347"/>
                  <a:pt x="1773" y="1347"/>
                  <a:pt x="1773" y="1347"/>
                </a:cubicBezTo>
                <a:cubicBezTo>
                  <a:pt x="1853" y="1301"/>
                  <a:pt x="1908" y="1228"/>
                  <a:pt x="1933" y="1146"/>
                </a:cubicBezTo>
                <a:cubicBezTo>
                  <a:pt x="1945" y="1109"/>
                  <a:pt x="1950" y="1070"/>
                  <a:pt x="1949" y="1032"/>
                </a:cubicBezTo>
                <a:cubicBezTo>
                  <a:pt x="1948" y="1004"/>
                  <a:pt x="1944" y="976"/>
                  <a:pt x="1937" y="949"/>
                </a:cubicBezTo>
                <a:cubicBezTo>
                  <a:pt x="1913" y="863"/>
                  <a:pt x="1857" y="786"/>
                  <a:pt x="1773" y="738"/>
                </a:cubicBezTo>
                <a:cubicBezTo>
                  <a:pt x="578" y="48"/>
                  <a:pt x="578" y="48"/>
                  <a:pt x="578" y="48"/>
                </a:cubicBezTo>
                <a:cubicBezTo>
                  <a:pt x="522" y="16"/>
                  <a:pt x="462" y="0"/>
                  <a:pt x="402" y="0"/>
                </a:cubicBezTo>
              </a:path>
            </a:pathLst>
          </a:custGeom>
          <a:solidFill>
            <a:srgbClr val="27B1E3">
              <a:alpha val="11730"/>
            </a:srgbClr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1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1"/>
          <p:cNvSpPr/>
          <p:nvPr/>
        </p:nvSpPr>
        <p:spPr>
          <a:xfrm>
            <a:off x="2295101" y="2767075"/>
            <a:ext cx="2772174" cy="2372082"/>
          </a:xfrm>
          <a:custGeom>
            <a:avLst/>
            <a:gdLst/>
            <a:ahLst/>
            <a:cxnLst/>
            <a:rect l="l" t="t" r="r" b="b"/>
            <a:pathLst>
              <a:path w="4248542" h="3635375" extrusionOk="0">
                <a:moveTo>
                  <a:pt x="0" y="0"/>
                </a:moveTo>
                <a:cubicBezTo>
                  <a:pt x="0" y="0"/>
                  <a:pt x="0" y="0"/>
                  <a:pt x="3688930" y="2134683"/>
                </a:cubicBezTo>
                <a:cubicBezTo>
                  <a:pt x="3955829" y="2287388"/>
                  <a:pt x="4133762" y="2532351"/>
                  <a:pt x="4210019" y="2805947"/>
                </a:cubicBezTo>
                <a:cubicBezTo>
                  <a:pt x="4232261" y="2891843"/>
                  <a:pt x="4244971" y="2980921"/>
                  <a:pt x="4248147" y="3069999"/>
                </a:cubicBezTo>
                <a:cubicBezTo>
                  <a:pt x="4251325" y="3190890"/>
                  <a:pt x="4235438" y="3314962"/>
                  <a:pt x="4197309" y="3432672"/>
                </a:cubicBezTo>
                <a:cubicBezTo>
                  <a:pt x="4177450" y="3497890"/>
                  <a:pt x="4151634" y="3561318"/>
                  <a:pt x="4120109" y="3622062"/>
                </a:cubicBezTo>
                <a:lnTo>
                  <a:pt x="4112399" y="3635375"/>
                </a:lnTo>
                <a:lnTo>
                  <a:pt x="0" y="3635375"/>
                </a:lnTo>
                <a:lnTo>
                  <a:pt x="0" y="3623553"/>
                </a:lnTo>
                <a:cubicBezTo>
                  <a:pt x="0" y="3623553"/>
                  <a:pt x="0" y="3623553"/>
                  <a:pt x="896019" y="3104994"/>
                </a:cubicBezTo>
                <a:cubicBezTo>
                  <a:pt x="896019" y="3104994"/>
                  <a:pt x="896019" y="3104994"/>
                  <a:pt x="0" y="2586434"/>
                </a:cubicBezTo>
                <a:cubicBezTo>
                  <a:pt x="0" y="2586434"/>
                  <a:pt x="0" y="2586434"/>
                  <a:pt x="0" y="0"/>
                </a:cubicBezTo>
                <a:close/>
              </a:path>
            </a:pathLst>
          </a:custGeom>
          <a:solidFill>
            <a:srgbClr val="27B1E3">
              <a:alpha val="1173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1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7" name="Google Shape;107;p11"/>
          <p:cNvPicPr preferRelativeResize="0"/>
          <p:nvPr/>
        </p:nvPicPr>
        <p:blipFill rotWithShape="1">
          <a:blip r:embed="rId2">
            <a:alphaModFix/>
          </a:blip>
          <a:srcRect l="16764"/>
          <a:stretch/>
        </p:blipFill>
        <p:spPr>
          <a:xfrm rot="10800000">
            <a:off x="7338076" y="640000"/>
            <a:ext cx="1805925" cy="2369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rk Blue Left Bar">
  <p:cSld name="Agenda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2"/>
          <p:cNvSpPr/>
          <p:nvPr/>
        </p:nvSpPr>
        <p:spPr>
          <a:xfrm flipH="1">
            <a:off x="-775" y="0"/>
            <a:ext cx="27432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2"/>
          <p:cNvSpPr txBox="1">
            <a:spLocks noGrp="1"/>
          </p:cNvSpPr>
          <p:nvPr>
            <p:ph type="body" idx="1"/>
          </p:nvPr>
        </p:nvSpPr>
        <p:spPr>
          <a:xfrm>
            <a:off x="365750" y="274320"/>
            <a:ext cx="2376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28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None/>
              <a:defRPr sz="2600" b="1" i="0" cap="none">
                <a:solidFill>
                  <a:srgbClr val="FFFFFF"/>
                </a:solidFill>
              </a:defRPr>
            </a:lvl1pPr>
            <a:lvl2pPr marL="914400" lvl="1" indent="-342900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Char char="•"/>
              <a:defRPr b="1">
                <a:solidFill>
                  <a:srgbClr val="FFFFFF"/>
                </a:solidFill>
              </a:defRPr>
            </a:lvl2pPr>
            <a:lvl3pPr marL="1371600" lvl="2" indent="-3429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Char char="•"/>
              <a:defRPr sz="1800" b="1">
                <a:solidFill>
                  <a:srgbClr val="FFFFFF"/>
                </a:solidFill>
              </a:defRPr>
            </a:lvl3pPr>
            <a:lvl4pPr marL="1828800" lvl="3" indent="-3175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4pPr>
            <a:lvl5pPr marL="2286000" lvl="4" indent="-3175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5pPr>
            <a:lvl6pPr marL="2743200" lvl="5" indent="-3175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6pPr>
            <a:lvl7pPr marL="3200400" lvl="6" indent="-3175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7pPr>
            <a:lvl8pPr marL="3657600" lvl="7" indent="-317500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8pPr>
            <a:lvl9pPr marL="4114800" lvl="8" indent="-317500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400"/>
              <a:buChar char="•"/>
              <a:defRPr b="1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11" name="Google Shape;111;p12"/>
          <p:cNvSpPr txBox="1">
            <a:spLocks noGrp="1"/>
          </p:cNvSpPr>
          <p:nvPr>
            <p:ph type="sldNum" idx="12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2" name="Google Shape;112;p12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1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rgbClr val="FFFFFF"/>
                </a:solidFill>
              </a:rPr>
              <a:t>2026</a:t>
            </a:r>
            <a:r>
              <a:rPr lang="en" sz="600" b="0" i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2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plit Layout">
  <p:cSld name="Split Layout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3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13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7" name="Google Shape;117;p13"/>
          <p:cNvSpPr/>
          <p:nvPr/>
        </p:nvSpPr>
        <p:spPr>
          <a:xfrm>
            <a:off x="6024563" y="257175"/>
            <a:ext cx="1488103" cy="1591866"/>
          </a:xfrm>
          <a:custGeom>
            <a:avLst/>
            <a:gdLst/>
            <a:ahLst/>
            <a:cxnLst/>
            <a:rect l="l" t="t" r="r" b="b"/>
            <a:pathLst>
              <a:path w="1950" h="2085" extrusionOk="0">
                <a:moveTo>
                  <a:pt x="402" y="0"/>
                </a:moveTo>
                <a:cubicBezTo>
                  <a:pt x="281" y="0"/>
                  <a:pt x="162" y="64"/>
                  <a:pt x="97" y="177"/>
                </a:cubicBezTo>
                <a:cubicBezTo>
                  <a:pt x="0" y="345"/>
                  <a:pt x="57" y="560"/>
                  <a:pt x="226" y="657"/>
                </a:cubicBezTo>
                <a:cubicBezTo>
                  <a:pt x="894" y="1043"/>
                  <a:pt x="894" y="1043"/>
                  <a:pt x="894" y="1043"/>
                </a:cubicBezTo>
                <a:cubicBezTo>
                  <a:pt x="226" y="1428"/>
                  <a:pt x="226" y="1428"/>
                  <a:pt x="226" y="1428"/>
                </a:cubicBezTo>
                <a:cubicBezTo>
                  <a:pt x="57" y="1526"/>
                  <a:pt x="0" y="1740"/>
                  <a:pt x="97" y="1909"/>
                </a:cubicBezTo>
                <a:cubicBezTo>
                  <a:pt x="162" y="2022"/>
                  <a:pt x="280" y="2085"/>
                  <a:pt x="402" y="2085"/>
                </a:cubicBezTo>
                <a:cubicBezTo>
                  <a:pt x="462" y="2085"/>
                  <a:pt x="522" y="2070"/>
                  <a:pt x="578" y="2038"/>
                </a:cubicBezTo>
                <a:cubicBezTo>
                  <a:pt x="1773" y="1347"/>
                  <a:pt x="1773" y="1347"/>
                  <a:pt x="1773" y="1347"/>
                </a:cubicBezTo>
                <a:cubicBezTo>
                  <a:pt x="1853" y="1301"/>
                  <a:pt x="1908" y="1228"/>
                  <a:pt x="1933" y="1146"/>
                </a:cubicBezTo>
                <a:cubicBezTo>
                  <a:pt x="1945" y="1109"/>
                  <a:pt x="1950" y="1070"/>
                  <a:pt x="1949" y="1032"/>
                </a:cubicBezTo>
                <a:cubicBezTo>
                  <a:pt x="1948" y="1004"/>
                  <a:pt x="1944" y="976"/>
                  <a:pt x="1937" y="949"/>
                </a:cubicBezTo>
                <a:cubicBezTo>
                  <a:pt x="1913" y="863"/>
                  <a:pt x="1857" y="786"/>
                  <a:pt x="1773" y="738"/>
                </a:cubicBezTo>
                <a:cubicBezTo>
                  <a:pt x="578" y="48"/>
                  <a:pt x="578" y="48"/>
                  <a:pt x="578" y="48"/>
                </a:cubicBezTo>
                <a:cubicBezTo>
                  <a:pt x="522" y="16"/>
                  <a:pt x="462" y="0"/>
                  <a:pt x="402" y="0"/>
                </a:cubicBezTo>
              </a:path>
            </a:pathLst>
          </a:custGeom>
          <a:solidFill>
            <a:srgbClr val="27B1E3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1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13"/>
          <p:cNvSpPr/>
          <p:nvPr/>
        </p:nvSpPr>
        <p:spPr>
          <a:xfrm>
            <a:off x="4574381" y="2416970"/>
            <a:ext cx="3186406" cy="2726531"/>
          </a:xfrm>
          <a:custGeom>
            <a:avLst/>
            <a:gdLst/>
            <a:ahLst/>
            <a:cxnLst/>
            <a:rect l="l" t="t" r="r" b="b"/>
            <a:pathLst>
              <a:path w="4248542" h="3635375" extrusionOk="0">
                <a:moveTo>
                  <a:pt x="0" y="0"/>
                </a:moveTo>
                <a:cubicBezTo>
                  <a:pt x="0" y="0"/>
                  <a:pt x="0" y="0"/>
                  <a:pt x="3688930" y="2134683"/>
                </a:cubicBezTo>
                <a:cubicBezTo>
                  <a:pt x="3955829" y="2287388"/>
                  <a:pt x="4133762" y="2532351"/>
                  <a:pt x="4210019" y="2805947"/>
                </a:cubicBezTo>
                <a:cubicBezTo>
                  <a:pt x="4232261" y="2891843"/>
                  <a:pt x="4244971" y="2980921"/>
                  <a:pt x="4248147" y="3069999"/>
                </a:cubicBezTo>
                <a:cubicBezTo>
                  <a:pt x="4251325" y="3190890"/>
                  <a:pt x="4235438" y="3314962"/>
                  <a:pt x="4197309" y="3432672"/>
                </a:cubicBezTo>
                <a:cubicBezTo>
                  <a:pt x="4177450" y="3497890"/>
                  <a:pt x="4151634" y="3561318"/>
                  <a:pt x="4120109" y="3622062"/>
                </a:cubicBezTo>
                <a:lnTo>
                  <a:pt x="4112399" y="3635375"/>
                </a:lnTo>
                <a:lnTo>
                  <a:pt x="0" y="3635375"/>
                </a:lnTo>
                <a:lnTo>
                  <a:pt x="0" y="3623553"/>
                </a:lnTo>
                <a:cubicBezTo>
                  <a:pt x="0" y="3623553"/>
                  <a:pt x="0" y="3623553"/>
                  <a:pt x="896019" y="3104994"/>
                </a:cubicBezTo>
                <a:cubicBezTo>
                  <a:pt x="896019" y="3104994"/>
                  <a:pt x="896019" y="3104994"/>
                  <a:pt x="0" y="2586434"/>
                </a:cubicBezTo>
                <a:cubicBezTo>
                  <a:pt x="0" y="2586434"/>
                  <a:pt x="0" y="2586434"/>
                  <a:pt x="0" y="0"/>
                </a:cubicBezTo>
                <a:close/>
              </a:path>
            </a:pathLst>
          </a:custGeom>
          <a:solidFill>
            <a:srgbClr val="27B1E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13"/>
          <p:cNvSpPr/>
          <p:nvPr/>
        </p:nvSpPr>
        <p:spPr>
          <a:xfrm>
            <a:off x="7184151" y="634350"/>
            <a:ext cx="1959849" cy="2806348"/>
          </a:xfrm>
          <a:custGeom>
            <a:avLst/>
            <a:gdLst/>
            <a:ahLst/>
            <a:cxnLst/>
            <a:rect l="l" t="t" r="r" b="b"/>
            <a:pathLst>
              <a:path w="2613132" h="3741797" extrusionOk="0">
                <a:moveTo>
                  <a:pt x="2613132" y="0"/>
                </a:moveTo>
                <a:lnTo>
                  <a:pt x="2613132" y="1482383"/>
                </a:lnTo>
                <a:lnTo>
                  <a:pt x="2480582" y="1558999"/>
                </a:lnTo>
                <a:cubicBezTo>
                  <a:pt x="1938975" y="1872053"/>
                  <a:pt x="1938975" y="1872053"/>
                  <a:pt x="1938975" y="1872053"/>
                </a:cubicBezTo>
                <a:cubicBezTo>
                  <a:pt x="2168749" y="2004548"/>
                  <a:pt x="2355441" y="2112200"/>
                  <a:pt x="2507127" y="2199667"/>
                </a:cubicBezTo>
                <a:lnTo>
                  <a:pt x="2613132" y="2260793"/>
                </a:lnTo>
                <a:lnTo>
                  <a:pt x="2613132" y="3741797"/>
                </a:lnTo>
                <a:lnTo>
                  <a:pt x="2518746" y="3699509"/>
                </a:lnTo>
                <a:cubicBezTo>
                  <a:pt x="324746" y="2431617"/>
                  <a:pt x="324746" y="2431617"/>
                  <a:pt x="324746" y="2431617"/>
                </a:cubicBezTo>
                <a:cubicBezTo>
                  <a:pt x="176001" y="2345400"/>
                  <a:pt x="76273" y="2211848"/>
                  <a:pt x="28945" y="2061392"/>
                </a:cubicBezTo>
                <a:cubicBezTo>
                  <a:pt x="6971" y="1993771"/>
                  <a:pt x="-1480" y="1922769"/>
                  <a:pt x="210" y="1851767"/>
                </a:cubicBezTo>
                <a:cubicBezTo>
                  <a:pt x="1901" y="1801051"/>
                  <a:pt x="8662" y="1750335"/>
                  <a:pt x="23874" y="1699620"/>
                </a:cubicBezTo>
                <a:cubicBezTo>
                  <a:pt x="66132" y="1540710"/>
                  <a:pt x="169240" y="1400397"/>
                  <a:pt x="324746" y="1310799"/>
                </a:cubicBezTo>
                <a:cubicBezTo>
                  <a:pt x="2518746" y="44597"/>
                  <a:pt x="2518746" y="44597"/>
                  <a:pt x="2518746" y="44597"/>
                </a:cubicBezTo>
                <a:cubicBezTo>
                  <a:pt x="2547745" y="27797"/>
                  <a:pt x="2577487" y="13509"/>
                  <a:pt x="2607725" y="1663"/>
                </a:cubicBezTo>
                <a:close/>
              </a:path>
            </a:pathLst>
          </a:custGeom>
          <a:solidFill>
            <a:srgbClr val="27B1E3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13"/>
          <p:cNvSpPr/>
          <p:nvPr/>
        </p:nvSpPr>
        <p:spPr>
          <a:xfrm>
            <a:off x="6491288" y="2753536"/>
            <a:ext cx="1576390" cy="1686306"/>
          </a:xfrm>
          <a:custGeom>
            <a:avLst/>
            <a:gdLst/>
            <a:ahLst/>
            <a:cxnLst/>
            <a:rect l="l" t="t" r="r" b="b"/>
            <a:pathLst>
              <a:path w="1950" h="2085" extrusionOk="0">
                <a:moveTo>
                  <a:pt x="402" y="0"/>
                </a:moveTo>
                <a:cubicBezTo>
                  <a:pt x="281" y="0"/>
                  <a:pt x="162" y="64"/>
                  <a:pt x="97" y="177"/>
                </a:cubicBezTo>
                <a:cubicBezTo>
                  <a:pt x="0" y="345"/>
                  <a:pt x="57" y="560"/>
                  <a:pt x="226" y="657"/>
                </a:cubicBezTo>
                <a:cubicBezTo>
                  <a:pt x="894" y="1043"/>
                  <a:pt x="894" y="1043"/>
                  <a:pt x="894" y="1043"/>
                </a:cubicBezTo>
                <a:cubicBezTo>
                  <a:pt x="226" y="1428"/>
                  <a:pt x="226" y="1428"/>
                  <a:pt x="226" y="1428"/>
                </a:cubicBezTo>
                <a:cubicBezTo>
                  <a:pt x="57" y="1526"/>
                  <a:pt x="0" y="1740"/>
                  <a:pt x="97" y="1909"/>
                </a:cubicBezTo>
                <a:cubicBezTo>
                  <a:pt x="162" y="2022"/>
                  <a:pt x="280" y="2085"/>
                  <a:pt x="402" y="2085"/>
                </a:cubicBezTo>
                <a:cubicBezTo>
                  <a:pt x="462" y="2085"/>
                  <a:pt x="522" y="2070"/>
                  <a:pt x="578" y="2038"/>
                </a:cubicBezTo>
                <a:cubicBezTo>
                  <a:pt x="1773" y="1347"/>
                  <a:pt x="1773" y="1347"/>
                  <a:pt x="1773" y="1347"/>
                </a:cubicBezTo>
                <a:cubicBezTo>
                  <a:pt x="1853" y="1301"/>
                  <a:pt x="1908" y="1228"/>
                  <a:pt x="1933" y="1146"/>
                </a:cubicBezTo>
                <a:cubicBezTo>
                  <a:pt x="1945" y="1109"/>
                  <a:pt x="1950" y="1070"/>
                  <a:pt x="1949" y="1032"/>
                </a:cubicBezTo>
                <a:cubicBezTo>
                  <a:pt x="1948" y="1004"/>
                  <a:pt x="1944" y="976"/>
                  <a:pt x="1937" y="949"/>
                </a:cubicBezTo>
                <a:cubicBezTo>
                  <a:pt x="1913" y="863"/>
                  <a:pt x="1857" y="786"/>
                  <a:pt x="1773" y="738"/>
                </a:cubicBezTo>
                <a:cubicBezTo>
                  <a:pt x="578" y="48"/>
                  <a:pt x="578" y="48"/>
                  <a:pt x="578" y="48"/>
                </a:cubicBezTo>
                <a:cubicBezTo>
                  <a:pt x="522" y="16"/>
                  <a:pt x="462" y="0"/>
                  <a:pt x="402" y="0"/>
                </a:cubicBezTo>
              </a:path>
            </a:pathLst>
          </a:custGeom>
          <a:solidFill>
            <a:srgbClr val="27B1E3">
              <a:alpha val="45880"/>
            </a:srgbClr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13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13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3"/>
          <p:cNvSpPr txBox="1">
            <a:spLocks noGrp="1"/>
          </p:cNvSpPr>
          <p:nvPr>
            <p:ph type="body" idx="1"/>
          </p:nvPr>
        </p:nvSpPr>
        <p:spPr>
          <a:xfrm>
            <a:off x="365750" y="634350"/>
            <a:ext cx="3827400" cy="29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22860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sz="1600">
                <a:solidFill>
                  <a:srgbClr val="5B5B5B"/>
                </a:solidFill>
              </a:defRPr>
            </a:lvl1pPr>
            <a:lvl2pPr marL="914400" lvl="1" indent="-342900" algn="l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2pPr>
            <a:lvl3pPr marL="1371600" lvl="2" indent="-342900" algn="l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3pPr>
            <a:lvl4pPr marL="1828800" lvl="3" indent="-342900" algn="l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4pPr>
            <a:lvl5pPr marL="2286000" lvl="4" indent="-342900" algn="l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5pPr>
            <a:lvl6pPr marL="2743200" lvl="5" indent="-342900" algn="l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6pPr>
            <a:lvl7pPr marL="3200400" lvl="6" indent="-342900" algn="l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7pPr>
            <a:lvl8pPr marL="3657600" lvl="7" indent="-342900" algn="l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8pPr>
            <a:lvl9pPr marL="4114800" lvl="8" indent="-342900" algn="l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800"/>
              <a:buChar char="•"/>
              <a:defRPr>
                <a:solidFill>
                  <a:srgbClr val="5B5B5B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13"/>
          <p:cNvSpPr txBox="1">
            <a:spLocks noGrp="1"/>
          </p:cNvSpPr>
          <p:nvPr>
            <p:ph type="title"/>
          </p:nvPr>
        </p:nvSpPr>
        <p:spPr>
          <a:xfrm>
            <a:off x="365755" y="274320"/>
            <a:ext cx="3978900" cy="62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13"/>
          <p:cNvSpPr txBox="1">
            <a:spLocks noGrp="1"/>
          </p:cNvSpPr>
          <p:nvPr>
            <p:ph type="sldNum" idx="12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5" name="Google Shape;125;p13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3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7" name="Google Shape;127;p13"/>
          <p:cNvPicPr preferRelativeResize="0"/>
          <p:nvPr/>
        </p:nvPicPr>
        <p:blipFill rotWithShape="1">
          <a:blip r:embed="rId2">
            <a:alphaModFix/>
          </a:blip>
          <a:srcRect l="13585" b="9584"/>
          <a:stretch/>
        </p:blipFill>
        <p:spPr>
          <a:xfrm>
            <a:off x="4572000" y="3214250"/>
            <a:ext cx="1693648" cy="192925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3"/>
          <p:cNvSpPr/>
          <p:nvPr/>
        </p:nvSpPr>
        <p:spPr>
          <a:xfrm>
            <a:off x="8067676" y="228601"/>
            <a:ext cx="1077917" cy="1543491"/>
          </a:xfrm>
          <a:custGeom>
            <a:avLst/>
            <a:gdLst/>
            <a:ahLst/>
            <a:cxnLst/>
            <a:rect l="l" t="t" r="r" b="b"/>
            <a:pathLst>
              <a:path w="2613132" h="3741797" extrusionOk="0">
                <a:moveTo>
                  <a:pt x="2613132" y="0"/>
                </a:moveTo>
                <a:lnTo>
                  <a:pt x="2613132" y="1482383"/>
                </a:lnTo>
                <a:lnTo>
                  <a:pt x="2480582" y="1558999"/>
                </a:lnTo>
                <a:cubicBezTo>
                  <a:pt x="1938975" y="1872053"/>
                  <a:pt x="1938975" y="1872053"/>
                  <a:pt x="1938975" y="1872053"/>
                </a:cubicBezTo>
                <a:cubicBezTo>
                  <a:pt x="2168749" y="2004548"/>
                  <a:pt x="2355441" y="2112200"/>
                  <a:pt x="2507127" y="2199667"/>
                </a:cubicBezTo>
                <a:lnTo>
                  <a:pt x="2613132" y="2260793"/>
                </a:lnTo>
                <a:lnTo>
                  <a:pt x="2613132" y="3741797"/>
                </a:lnTo>
                <a:lnTo>
                  <a:pt x="2518746" y="3699509"/>
                </a:lnTo>
                <a:cubicBezTo>
                  <a:pt x="324746" y="2431617"/>
                  <a:pt x="324746" y="2431617"/>
                  <a:pt x="324746" y="2431617"/>
                </a:cubicBezTo>
                <a:cubicBezTo>
                  <a:pt x="176001" y="2345400"/>
                  <a:pt x="76273" y="2211848"/>
                  <a:pt x="28945" y="2061392"/>
                </a:cubicBezTo>
                <a:cubicBezTo>
                  <a:pt x="6971" y="1993771"/>
                  <a:pt x="-1480" y="1922769"/>
                  <a:pt x="210" y="1851767"/>
                </a:cubicBezTo>
                <a:cubicBezTo>
                  <a:pt x="1901" y="1801051"/>
                  <a:pt x="8662" y="1750335"/>
                  <a:pt x="23874" y="1699620"/>
                </a:cubicBezTo>
                <a:cubicBezTo>
                  <a:pt x="66132" y="1540710"/>
                  <a:pt x="169240" y="1400397"/>
                  <a:pt x="324746" y="1310799"/>
                </a:cubicBezTo>
                <a:cubicBezTo>
                  <a:pt x="2518746" y="44597"/>
                  <a:pt x="2518746" y="44597"/>
                  <a:pt x="2518746" y="44597"/>
                </a:cubicBezTo>
                <a:cubicBezTo>
                  <a:pt x="2547745" y="27797"/>
                  <a:pt x="2577487" y="13509"/>
                  <a:pt x="2607725" y="1663"/>
                </a:cubicBezTo>
                <a:close/>
              </a:path>
            </a:pathLst>
          </a:custGeom>
          <a:solidFill>
            <a:srgbClr val="27B1E3">
              <a:alpha val="1173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3"/>
          <p:cNvSpPr txBox="1">
            <a:spLocks noGrp="1"/>
          </p:cNvSpPr>
          <p:nvPr>
            <p:ph type="body" idx="2"/>
          </p:nvPr>
        </p:nvSpPr>
        <p:spPr>
          <a:xfrm>
            <a:off x="4937760" y="1280150"/>
            <a:ext cx="3566400" cy="3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 sz="1800" i="0" u="none" strike="noStrike" cap="none">
                <a:solidFill>
                  <a:schemeClr val="lt1"/>
                </a:solidFill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Char char="•"/>
              <a:defRPr sz="1800" i="0" u="none" strike="noStrike" cap="none">
                <a:solidFill>
                  <a:schemeClr val="lt1"/>
                </a:solidFill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strike="noStrike" cap="none">
                <a:solidFill>
                  <a:schemeClr val="lt1"/>
                </a:solidFill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strike="noStrike" cap="none">
                <a:solidFill>
                  <a:schemeClr val="lt1"/>
                </a:solidFill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strike="noStrike" cap="none">
                <a:solidFill>
                  <a:schemeClr val="lt1"/>
                </a:solidFill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strike="noStrike" cap="none">
                <a:solidFill>
                  <a:schemeClr val="lt1"/>
                </a:solidFill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strike="noStrike" cap="none">
                <a:solidFill>
                  <a:schemeClr val="lt1"/>
                </a:solidFill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i="0" u="none" strike="noStrike" cap="none">
                <a:solidFill>
                  <a:schemeClr val="lt1"/>
                </a:solidFill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SzPts val="1400"/>
              <a:buChar char="•"/>
              <a:defRPr i="0" u="none" strike="noStrike" cap="none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13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(footer only)">
  <p:cSld name="Data Cloud_1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4"/>
          <p:cNvSpPr txBox="1">
            <a:spLocks noGrp="1"/>
          </p:cNvSpPr>
          <p:nvPr>
            <p:ph type="sldNum" idx="12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3" name="Google Shape;133;p14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01">
  <p:cSld name="Data Cloud_1_1">
    <p:bg>
      <p:bgPr>
        <a:solidFill>
          <a:schemeClr val="accent1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15"/>
          <p:cNvGrpSpPr/>
          <p:nvPr/>
        </p:nvGrpSpPr>
        <p:grpSpPr>
          <a:xfrm>
            <a:off x="-10" y="3770439"/>
            <a:ext cx="9143997" cy="1371564"/>
            <a:chOff x="-10" y="3735321"/>
            <a:chExt cx="9139427" cy="1408177"/>
          </a:xfrm>
        </p:grpSpPr>
        <p:pic>
          <p:nvPicPr>
            <p:cNvPr id="137" name="Google Shape;137;p15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8" name="Google Shape;138;p15"/>
            <p:cNvPicPr preferRelativeResize="0"/>
            <p:nvPr/>
          </p:nvPicPr>
          <p:blipFill rotWithShape="1">
            <a:blip r:embed="rId3">
              <a:alphaModFix/>
            </a:blip>
            <a:srcRect t="140" b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9" name="Google Shape;139;p15"/>
            <p:cNvPicPr preferRelativeResize="0"/>
            <p:nvPr/>
          </p:nvPicPr>
          <p:blipFill rotWithShape="1">
            <a:blip r:embed="rId4">
              <a:alphaModFix/>
            </a:blip>
            <a:srcRect t="140" b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40" name="Google Shape;140;p15"/>
          <p:cNvGrpSpPr/>
          <p:nvPr/>
        </p:nvGrpSpPr>
        <p:grpSpPr>
          <a:xfrm>
            <a:off x="-10" y="3770439"/>
            <a:ext cx="9143997" cy="1371564"/>
            <a:chOff x="-10" y="3735321"/>
            <a:chExt cx="9139427" cy="1408177"/>
          </a:xfrm>
        </p:grpSpPr>
        <p:pic>
          <p:nvPicPr>
            <p:cNvPr id="141" name="Google Shape;141;p15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2" name="Google Shape;142;p15"/>
            <p:cNvPicPr preferRelativeResize="0"/>
            <p:nvPr/>
          </p:nvPicPr>
          <p:blipFill rotWithShape="1">
            <a:blip r:embed="rId3">
              <a:alphaModFix/>
            </a:blip>
            <a:srcRect t="140" b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3" name="Google Shape;143;p15"/>
            <p:cNvPicPr preferRelativeResize="0"/>
            <p:nvPr/>
          </p:nvPicPr>
          <p:blipFill rotWithShape="1">
            <a:blip r:embed="rId4">
              <a:alphaModFix/>
            </a:blip>
            <a:srcRect t="140" b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4" name="Google Shape;144;p15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lang="en" sz="6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5"/>
          <p:cNvSpPr txBox="1">
            <a:spLocks noGrp="1"/>
          </p:cNvSpPr>
          <p:nvPr>
            <p:ph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i="0" u="none" strike="noStrike" cap="non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6" name="Google Shape;146;p15"/>
          <p:cNvSpPr txBox="1">
            <a:spLocks noGrp="1"/>
          </p:cNvSpPr>
          <p:nvPr>
            <p:ph type="title" idx="2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i="0" u="none" strike="noStrike" cap="non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7" name="Google Shape;147;p15"/>
          <p:cNvSpPr/>
          <p:nvPr/>
        </p:nvSpPr>
        <p:spPr>
          <a:xfrm>
            <a:off x="457200" y="548640"/>
            <a:ext cx="1828808" cy="418012"/>
          </a:xfrm>
          <a:custGeom>
            <a:avLst/>
            <a:gdLst/>
            <a:ahLst/>
            <a:cxnLst/>
            <a:rect l="l" t="t" r="r" b="b"/>
            <a:pathLst>
              <a:path w="10771" h="2451" extrusionOk="0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5"/>
          <p:cNvSpPr txBox="1">
            <a:spLocks noGrp="1"/>
          </p:cNvSpPr>
          <p:nvPr>
            <p:ph type="title" idx="3"/>
          </p:nvPr>
        </p:nvSpPr>
        <p:spPr>
          <a:xfrm>
            <a:off x="366600" y="1188725"/>
            <a:ext cx="7410900" cy="19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 i="0" u="none" strike="noStrike" cap="none">
                <a:solidFill>
                  <a:schemeClr val="dk1"/>
                </a:solidFill>
              </a:defRPr>
            </a:lvl1pPr>
            <a:lvl2pPr lvl="1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sz="4400" b="0">
                <a:latin typeface="Arial Black"/>
                <a:ea typeface="Arial Black"/>
                <a:cs typeface="Arial Black"/>
                <a:sym typeface="Arial Black"/>
              </a:defRPr>
            </a:lvl2pPr>
            <a:lvl3pPr lvl="2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sz="4400" b="0">
                <a:latin typeface="Arial Black"/>
                <a:ea typeface="Arial Black"/>
                <a:cs typeface="Arial Black"/>
                <a:sym typeface="Arial Black"/>
              </a:defRPr>
            </a:lvl3pPr>
            <a:lvl4pPr lvl="3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sz="4400" b="0">
                <a:latin typeface="Arial Black"/>
                <a:ea typeface="Arial Black"/>
                <a:cs typeface="Arial Black"/>
                <a:sym typeface="Arial Black"/>
              </a:defRPr>
            </a:lvl4pPr>
            <a:lvl5pPr lvl="4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sz="4400" b="0">
                <a:latin typeface="Arial Black"/>
                <a:ea typeface="Arial Black"/>
                <a:cs typeface="Arial Black"/>
                <a:sym typeface="Arial Black"/>
              </a:defRPr>
            </a:lvl5pPr>
            <a:lvl6pPr lvl="5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sz="4400" b="0">
                <a:latin typeface="Arial Black"/>
                <a:ea typeface="Arial Black"/>
                <a:cs typeface="Arial Black"/>
                <a:sym typeface="Arial Black"/>
              </a:defRPr>
            </a:lvl6pPr>
            <a:lvl7pPr lvl="6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sz="4400" b="0">
                <a:latin typeface="Arial Black"/>
                <a:ea typeface="Arial Black"/>
                <a:cs typeface="Arial Black"/>
                <a:sym typeface="Arial Black"/>
              </a:defRPr>
            </a:lvl7pPr>
            <a:lvl8pPr lvl="7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sz="4400" b="0">
                <a:latin typeface="Arial Black"/>
                <a:ea typeface="Arial Black"/>
                <a:cs typeface="Arial Black"/>
                <a:sym typeface="Arial Black"/>
              </a:defRPr>
            </a:lvl8pPr>
            <a:lvl9pPr lvl="8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sz="4400" b="0">
                <a:latin typeface="Arial Black"/>
                <a:ea typeface="Arial Black"/>
                <a:cs typeface="Arial Black"/>
                <a:sym typeface="Arial Black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02">
  <p:cSld name="Data Cloud_1_1_3_2">
    <p:bg>
      <p:bgPr>
        <a:solidFill>
          <a:schemeClr val="accent1"/>
        </a:solidFill>
        <a:effectLst/>
      </p:bgPr>
    </p:bg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0" name="Google Shape;150;p16"/>
          <p:cNvGrpSpPr/>
          <p:nvPr/>
        </p:nvGrpSpPr>
        <p:grpSpPr>
          <a:xfrm>
            <a:off x="-2" y="2914850"/>
            <a:ext cx="9143627" cy="2228425"/>
            <a:chOff x="-834856" y="2711517"/>
            <a:chExt cx="9978858" cy="2431981"/>
          </a:xfrm>
        </p:grpSpPr>
        <p:pic>
          <p:nvPicPr>
            <p:cNvPr id="151" name="Google Shape;151;p16"/>
            <p:cNvPicPr preferRelativeResize="0"/>
            <p:nvPr/>
          </p:nvPicPr>
          <p:blipFill rotWithShape="1">
            <a:blip r:embed="rId2">
              <a:alphaModFix amt="85000"/>
            </a:blip>
            <a:srcRect l="45993" t="24707" b="30783"/>
            <a:stretch/>
          </p:blipFill>
          <p:spPr>
            <a:xfrm>
              <a:off x="-834856" y="2711517"/>
              <a:ext cx="3540541" cy="243198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2" name="Google Shape;152;p16"/>
            <p:cNvPicPr preferRelativeResize="0"/>
            <p:nvPr/>
          </p:nvPicPr>
          <p:blipFill rotWithShape="1">
            <a:blip r:embed="rId3">
              <a:alphaModFix amt="85000"/>
            </a:blip>
            <a:srcRect t="25271" r="1932" b="30786"/>
            <a:stretch/>
          </p:blipFill>
          <p:spPr>
            <a:xfrm>
              <a:off x="2715550" y="2742300"/>
              <a:ext cx="6428452" cy="240119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53" name="Google Shape;153;p16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lang="en" sz="6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6"/>
          <p:cNvSpPr txBox="1">
            <a:spLocks noGrp="1"/>
          </p:cNvSpPr>
          <p:nvPr>
            <p:ph type="title"/>
          </p:nvPr>
        </p:nvSpPr>
        <p:spPr>
          <a:xfrm>
            <a:off x="366600" y="1188725"/>
            <a:ext cx="7403400" cy="19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1pPr>
            <a:lvl2pPr lvl="1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sz="4400" b="0">
                <a:latin typeface="Arial Black"/>
                <a:ea typeface="Arial Black"/>
                <a:cs typeface="Arial Black"/>
                <a:sym typeface="Arial Black"/>
              </a:defRPr>
            </a:lvl2pPr>
            <a:lvl3pPr lvl="2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sz="4400" b="0">
                <a:latin typeface="Arial Black"/>
                <a:ea typeface="Arial Black"/>
                <a:cs typeface="Arial Black"/>
                <a:sym typeface="Arial Black"/>
              </a:defRPr>
            </a:lvl3pPr>
            <a:lvl4pPr lvl="3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sz="4400" b="0">
                <a:latin typeface="Arial Black"/>
                <a:ea typeface="Arial Black"/>
                <a:cs typeface="Arial Black"/>
                <a:sym typeface="Arial Black"/>
              </a:defRPr>
            </a:lvl4pPr>
            <a:lvl5pPr lvl="4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sz="4400" b="0">
                <a:latin typeface="Arial Black"/>
                <a:ea typeface="Arial Black"/>
                <a:cs typeface="Arial Black"/>
                <a:sym typeface="Arial Black"/>
              </a:defRPr>
            </a:lvl5pPr>
            <a:lvl6pPr lvl="5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sz="4400" b="0">
                <a:latin typeface="Arial Black"/>
                <a:ea typeface="Arial Black"/>
                <a:cs typeface="Arial Black"/>
                <a:sym typeface="Arial Black"/>
              </a:defRPr>
            </a:lvl6pPr>
            <a:lvl7pPr lvl="6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sz="4400" b="0">
                <a:latin typeface="Arial Black"/>
                <a:ea typeface="Arial Black"/>
                <a:cs typeface="Arial Black"/>
                <a:sym typeface="Arial Black"/>
              </a:defRPr>
            </a:lvl7pPr>
            <a:lvl8pPr lvl="7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sz="4400" b="0">
                <a:latin typeface="Arial Black"/>
                <a:ea typeface="Arial Black"/>
                <a:cs typeface="Arial Black"/>
                <a:sym typeface="Arial Black"/>
              </a:defRPr>
            </a:lvl8pPr>
            <a:lvl9pPr lvl="8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4400"/>
              <a:buFont typeface="Arial Black"/>
              <a:buNone/>
              <a:defRPr sz="4400" b="0">
                <a:latin typeface="Arial Black"/>
                <a:ea typeface="Arial Black"/>
                <a:cs typeface="Arial Black"/>
                <a:sym typeface="Arial Black"/>
              </a:defRPr>
            </a:lvl9pPr>
          </a:lstStyle>
          <a:p>
            <a:endParaRPr/>
          </a:p>
        </p:txBody>
      </p:sp>
      <p:sp>
        <p:nvSpPr>
          <p:cNvPr id="155" name="Google Shape;155;p16"/>
          <p:cNvSpPr txBox="1">
            <a:spLocks noGrp="1"/>
          </p:cNvSpPr>
          <p:nvPr>
            <p:ph type="title" idx="2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i="0" u="none" strike="noStrike" cap="non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56" name="Google Shape;156;p16"/>
          <p:cNvSpPr txBox="1">
            <a:spLocks noGrp="1"/>
          </p:cNvSpPr>
          <p:nvPr>
            <p:ph type="title" idx="3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i="0" u="none" strike="noStrike" cap="non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57" name="Google Shape;157;p16"/>
          <p:cNvSpPr/>
          <p:nvPr/>
        </p:nvSpPr>
        <p:spPr>
          <a:xfrm>
            <a:off x="457200" y="548640"/>
            <a:ext cx="1828808" cy="418012"/>
          </a:xfrm>
          <a:custGeom>
            <a:avLst/>
            <a:gdLst/>
            <a:ahLst/>
            <a:cxnLst/>
            <a:rect l="l" t="t" r="r" b="b"/>
            <a:pathLst>
              <a:path w="10771" h="2451" extrusionOk="0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03">
  <p:cSld name="Data Cloud_1_1_3_1">
    <p:bg>
      <p:bgPr>
        <a:solidFill>
          <a:schemeClr val="accent1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9" name="Google Shape;159;p17"/>
          <p:cNvGrpSpPr/>
          <p:nvPr/>
        </p:nvGrpSpPr>
        <p:grpSpPr>
          <a:xfrm rot="-5400000">
            <a:off x="5223451" y="1196298"/>
            <a:ext cx="5164226" cy="2747927"/>
            <a:chOff x="1155183" y="3814094"/>
            <a:chExt cx="3118306" cy="1659276"/>
          </a:xfrm>
        </p:grpSpPr>
        <p:pic>
          <p:nvPicPr>
            <p:cNvPr id="160" name="Google Shape;160;p17"/>
            <p:cNvPicPr preferRelativeResize="0"/>
            <p:nvPr/>
          </p:nvPicPr>
          <p:blipFill rotWithShape="1">
            <a:blip r:embed="rId2">
              <a:alphaModFix/>
            </a:blip>
            <a:srcRect l="37919" t="24706" b="10228"/>
            <a:stretch/>
          </p:blipFill>
          <p:spPr>
            <a:xfrm>
              <a:off x="1155183" y="3814094"/>
              <a:ext cx="1891297" cy="165213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17"/>
            <p:cNvPicPr preferRelativeResize="0"/>
            <p:nvPr/>
          </p:nvPicPr>
          <p:blipFill rotWithShape="1">
            <a:blip r:embed="rId3">
              <a:alphaModFix/>
            </a:blip>
            <a:srcRect t="25270" r="59873" b="9950"/>
            <a:stretch/>
          </p:blipFill>
          <p:spPr>
            <a:xfrm>
              <a:off x="3051053" y="3828390"/>
              <a:ext cx="1222436" cy="164498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2" name="Google Shape;162;p17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lang="en" sz="6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7"/>
          <p:cNvSpPr txBox="1">
            <a:spLocks noGrp="1"/>
          </p:cNvSpPr>
          <p:nvPr>
            <p:ph type="title"/>
          </p:nvPr>
        </p:nvSpPr>
        <p:spPr>
          <a:xfrm>
            <a:off x="366600" y="1188725"/>
            <a:ext cx="7408800" cy="19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1pPr>
            <a:lvl2pPr lvl="1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sz="1800" b="0">
                <a:latin typeface="Arial Black"/>
                <a:ea typeface="Arial Black"/>
                <a:cs typeface="Arial Black"/>
                <a:sym typeface="Arial Black"/>
              </a:defRPr>
            </a:lvl2pPr>
            <a:lvl3pPr lvl="2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sz="1800" b="0">
                <a:latin typeface="Arial Black"/>
                <a:ea typeface="Arial Black"/>
                <a:cs typeface="Arial Black"/>
                <a:sym typeface="Arial Black"/>
              </a:defRPr>
            </a:lvl3pPr>
            <a:lvl4pPr lvl="3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sz="1800" b="0">
                <a:latin typeface="Arial Black"/>
                <a:ea typeface="Arial Black"/>
                <a:cs typeface="Arial Black"/>
                <a:sym typeface="Arial Black"/>
              </a:defRPr>
            </a:lvl4pPr>
            <a:lvl5pPr lvl="4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sz="1800" b="0">
                <a:latin typeface="Arial Black"/>
                <a:ea typeface="Arial Black"/>
                <a:cs typeface="Arial Black"/>
                <a:sym typeface="Arial Black"/>
              </a:defRPr>
            </a:lvl5pPr>
            <a:lvl6pPr lvl="5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sz="1800" b="0">
                <a:latin typeface="Arial Black"/>
                <a:ea typeface="Arial Black"/>
                <a:cs typeface="Arial Black"/>
                <a:sym typeface="Arial Black"/>
              </a:defRPr>
            </a:lvl6pPr>
            <a:lvl7pPr lvl="6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sz="1800" b="0">
                <a:latin typeface="Arial Black"/>
                <a:ea typeface="Arial Black"/>
                <a:cs typeface="Arial Black"/>
                <a:sym typeface="Arial Black"/>
              </a:defRPr>
            </a:lvl7pPr>
            <a:lvl8pPr lvl="7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sz="1800" b="0">
                <a:latin typeface="Arial Black"/>
                <a:ea typeface="Arial Black"/>
                <a:cs typeface="Arial Black"/>
                <a:sym typeface="Arial Black"/>
              </a:defRPr>
            </a:lvl8pPr>
            <a:lvl9pPr lvl="8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sz="1800" b="0">
                <a:latin typeface="Arial Black"/>
                <a:ea typeface="Arial Black"/>
                <a:cs typeface="Arial Black"/>
                <a:sym typeface="Arial Black"/>
              </a:defRPr>
            </a:lvl9pPr>
          </a:lstStyle>
          <a:p>
            <a:endParaRPr/>
          </a:p>
        </p:txBody>
      </p:sp>
      <p:sp>
        <p:nvSpPr>
          <p:cNvPr id="164" name="Google Shape;164;p17"/>
          <p:cNvSpPr txBox="1">
            <a:spLocks noGrp="1"/>
          </p:cNvSpPr>
          <p:nvPr>
            <p:ph type="title" idx="2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i="0" u="none" strike="noStrike" cap="non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5" name="Google Shape;165;p17"/>
          <p:cNvSpPr txBox="1">
            <a:spLocks noGrp="1"/>
          </p:cNvSpPr>
          <p:nvPr>
            <p:ph type="title" idx="3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i="0" u="none" strike="noStrike" cap="non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6" name="Google Shape;166;p17"/>
          <p:cNvSpPr/>
          <p:nvPr/>
        </p:nvSpPr>
        <p:spPr>
          <a:xfrm>
            <a:off x="457200" y="548640"/>
            <a:ext cx="1828808" cy="418012"/>
          </a:xfrm>
          <a:custGeom>
            <a:avLst/>
            <a:gdLst/>
            <a:ahLst/>
            <a:cxnLst/>
            <a:rect l="l" t="t" r="r" b="b"/>
            <a:pathLst>
              <a:path w="10771" h="2451" extrusionOk="0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04">
  <p:cSld name="Data Cloud_1_1_2">
    <p:bg>
      <p:bgPr>
        <a:solidFill>
          <a:schemeClr val="accent1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8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lang="en" sz="6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18"/>
          <p:cNvSpPr txBox="1">
            <a:spLocks noGrp="1"/>
          </p:cNvSpPr>
          <p:nvPr>
            <p:ph type="title"/>
          </p:nvPr>
        </p:nvSpPr>
        <p:spPr>
          <a:xfrm>
            <a:off x="366600" y="1188725"/>
            <a:ext cx="7408800" cy="19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 Black"/>
              <a:buNone/>
              <a:defRPr sz="1800" b="0">
                <a:latin typeface="Arial Black"/>
                <a:ea typeface="Arial Black"/>
                <a:cs typeface="Arial Black"/>
                <a:sym typeface="Arial Black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sz="1800" b="0">
                <a:latin typeface="Arial Black"/>
                <a:ea typeface="Arial Black"/>
                <a:cs typeface="Arial Black"/>
                <a:sym typeface="Arial Black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sz="1800" b="0">
                <a:latin typeface="Arial Black"/>
                <a:ea typeface="Arial Black"/>
                <a:cs typeface="Arial Black"/>
                <a:sym typeface="Arial Black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sz="1800" b="0">
                <a:latin typeface="Arial Black"/>
                <a:ea typeface="Arial Black"/>
                <a:cs typeface="Arial Black"/>
                <a:sym typeface="Arial Black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sz="1800" b="0">
                <a:latin typeface="Arial Black"/>
                <a:ea typeface="Arial Black"/>
                <a:cs typeface="Arial Black"/>
                <a:sym typeface="Arial Black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sz="1800" b="0">
                <a:latin typeface="Arial Black"/>
                <a:ea typeface="Arial Black"/>
                <a:cs typeface="Arial Black"/>
                <a:sym typeface="Arial Black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 Black"/>
              <a:buNone/>
              <a:defRPr sz="1800" b="0">
                <a:latin typeface="Arial Black"/>
                <a:ea typeface="Arial Black"/>
                <a:cs typeface="Arial Black"/>
                <a:sym typeface="Arial Black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 Black"/>
              <a:buNone/>
              <a:defRPr sz="1800" b="0">
                <a:latin typeface="Arial Black"/>
                <a:ea typeface="Arial Black"/>
                <a:cs typeface="Arial Black"/>
                <a:sym typeface="Arial Black"/>
              </a:defRPr>
            </a:lvl9pPr>
          </a:lstStyle>
          <a:p>
            <a:endParaRPr/>
          </a:p>
        </p:txBody>
      </p:sp>
      <p:sp>
        <p:nvSpPr>
          <p:cNvPr id="170" name="Google Shape;170;p18"/>
          <p:cNvSpPr txBox="1">
            <a:spLocks noGrp="1"/>
          </p:cNvSpPr>
          <p:nvPr>
            <p:ph type="title" idx="2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i="0" u="none" strike="noStrike" cap="non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1" name="Google Shape;171;p18"/>
          <p:cNvSpPr txBox="1">
            <a:spLocks noGrp="1"/>
          </p:cNvSpPr>
          <p:nvPr>
            <p:ph type="title" idx="3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i="0" u="none" strike="noStrike" cap="non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2" name="Google Shape;172;p18"/>
          <p:cNvSpPr/>
          <p:nvPr/>
        </p:nvSpPr>
        <p:spPr>
          <a:xfrm>
            <a:off x="457200" y="548640"/>
            <a:ext cx="1828808" cy="418012"/>
          </a:xfrm>
          <a:custGeom>
            <a:avLst/>
            <a:gdLst/>
            <a:ahLst/>
            <a:cxnLst/>
            <a:rect l="l" t="t" r="r" b="b"/>
            <a:pathLst>
              <a:path w="10771" h="2451" extrusionOk="0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w/ Customer Logo">
  <p:cSld name="Data Cloud_1_1_1">
    <p:bg>
      <p:bgPr>
        <a:solidFill>
          <a:schemeClr val="accent1"/>
        </a:solidFill>
        <a:effectLst/>
      </p:bgPr>
    </p:bg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" name="Google Shape;174;p19"/>
          <p:cNvGrpSpPr/>
          <p:nvPr/>
        </p:nvGrpSpPr>
        <p:grpSpPr>
          <a:xfrm rot="-5400000">
            <a:off x="3113903" y="1996926"/>
            <a:ext cx="5157146" cy="1163295"/>
            <a:chOff x="49487" y="3735321"/>
            <a:chExt cx="6094477" cy="1408177"/>
          </a:xfrm>
        </p:grpSpPr>
        <p:pic>
          <p:nvPicPr>
            <p:cNvPr id="175" name="Google Shape;175;p19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49487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6" name="Google Shape;176;p19"/>
            <p:cNvPicPr preferRelativeResize="0"/>
            <p:nvPr/>
          </p:nvPicPr>
          <p:blipFill rotWithShape="1">
            <a:blip r:embed="rId3">
              <a:alphaModFix/>
            </a:blip>
            <a:srcRect t="140" b="140"/>
            <a:stretch/>
          </p:blipFill>
          <p:spPr>
            <a:xfrm>
              <a:off x="3099012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7" name="Google Shape;177;p19"/>
          <p:cNvGrpSpPr/>
          <p:nvPr/>
        </p:nvGrpSpPr>
        <p:grpSpPr>
          <a:xfrm rot="-5400000">
            <a:off x="3113903" y="1996926"/>
            <a:ext cx="5157146" cy="1163295"/>
            <a:chOff x="49487" y="3735321"/>
            <a:chExt cx="6094477" cy="1408177"/>
          </a:xfrm>
        </p:grpSpPr>
        <p:pic>
          <p:nvPicPr>
            <p:cNvPr id="178" name="Google Shape;178;p19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49487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9" name="Google Shape;179;p19"/>
            <p:cNvPicPr preferRelativeResize="0"/>
            <p:nvPr/>
          </p:nvPicPr>
          <p:blipFill rotWithShape="1">
            <a:blip r:embed="rId3">
              <a:alphaModFix/>
            </a:blip>
            <a:srcRect t="140" b="140"/>
            <a:stretch/>
          </p:blipFill>
          <p:spPr>
            <a:xfrm>
              <a:off x="3099012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0" name="Google Shape;180;p19"/>
          <p:cNvSpPr txBox="1">
            <a:spLocks noGrp="1"/>
          </p:cNvSpPr>
          <p:nvPr>
            <p:ph type="sldNum" idx="12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1" name="Google Shape;181;p19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chemeClr val="dk1"/>
                </a:solidFill>
              </a:rPr>
              <a:t>2026</a:t>
            </a:r>
            <a:r>
              <a:rPr lang="en" sz="6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9"/>
          <p:cNvSpPr txBox="1">
            <a:spLocks noGrp="1"/>
          </p:cNvSpPr>
          <p:nvPr>
            <p:ph type="title"/>
          </p:nvPr>
        </p:nvSpPr>
        <p:spPr>
          <a:xfrm>
            <a:off x="366600" y="1188725"/>
            <a:ext cx="5730900" cy="192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0" marR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sz="4400"/>
            </a:lvl1pPr>
            <a:lvl2pPr lvl="1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2pPr>
            <a:lvl3pPr lvl="2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3pPr>
            <a:lvl4pPr lvl="3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4pPr>
            <a:lvl5pPr lvl="4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5pPr>
            <a:lvl6pPr lvl="5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6pPr>
            <a:lvl7pPr lvl="6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7pPr>
            <a:lvl8pPr lvl="7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8pPr>
            <a:lvl9pPr lvl="8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sz="1800" b="1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  <p:sp>
        <p:nvSpPr>
          <p:cNvPr id="183" name="Google Shape;183;p19"/>
          <p:cNvSpPr txBox="1">
            <a:spLocks noGrp="1"/>
          </p:cNvSpPr>
          <p:nvPr>
            <p:ph type="title" idx="2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u="none" strike="noStrike" cap="non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84" name="Google Shape;184;p19"/>
          <p:cNvSpPr txBox="1">
            <a:spLocks noGrp="1"/>
          </p:cNvSpPr>
          <p:nvPr>
            <p:ph type="title" idx="3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u="none" strike="noStrike" cap="none">
                <a:solidFill>
                  <a:schemeClr val="dk1"/>
                </a:solidFill>
              </a:defRPr>
            </a:lvl1pPr>
            <a:lvl2pPr lvl="1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2pPr>
            <a:lvl3pPr lvl="2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3pPr>
            <a:lvl4pPr lvl="3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4pPr>
            <a:lvl5pPr lvl="4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5pPr>
            <a:lvl6pPr lvl="5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6pPr>
            <a:lvl7pPr lvl="6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7pPr>
            <a:lvl8pPr lvl="7" rtl="0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8pPr>
            <a:lvl9pPr lvl="8" rtl="0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 sz="1800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85" name="Google Shape;185;p19"/>
          <p:cNvSpPr/>
          <p:nvPr/>
        </p:nvSpPr>
        <p:spPr>
          <a:xfrm>
            <a:off x="6097525" y="0"/>
            <a:ext cx="30465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9"/>
          <p:cNvSpPr/>
          <p:nvPr/>
        </p:nvSpPr>
        <p:spPr>
          <a:xfrm>
            <a:off x="457200" y="548640"/>
            <a:ext cx="1828808" cy="418012"/>
          </a:xfrm>
          <a:custGeom>
            <a:avLst/>
            <a:gdLst/>
            <a:ahLst/>
            <a:cxnLst/>
            <a:rect l="l" t="t" r="r" b="b"/>
            <a:pathLst>
              <a:path w="10771" h="2451" extrusionOk="0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der - Dark Blue 01 (No Graphics)">
  <p:cSld name="Quote - Violet_1_1">
    <p:bg>
      <p:bgPr>
        <a:solidFill>
          <a:schemeClr val="dk2"/>
        </a:solidFill>
        <a:effectLst/>
      </p:bgPr>
    </p:bg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0"/>
          <p:cNvSpPr txBox="1">
            <a:spLocks noGrp="1"/>
          </p:cNvSpPr>
          <p:nvPr>
            <p:ph type="body" idx="1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 b="1">
                <a:solidFill>
                  <a:schemeClr val="lt1"/>
                </a:solidFill>
              </a:defRPr>
            </a:lvl1pPr>
            <a:lvl2pPr marL="914400" lvl="1" indent="-3429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marL="1371600" lvl="2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marL="1828800" lvl="3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marL="2286000" lvl="4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marL="3200400" lvl="6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marL="3657600" lvl="7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marL="4114800" lvl="8" indent="-3429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20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20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der - Dark Blue 02">
  <p:cSld name="Quote - Violet_1_1_2_1">
    <p:bg>
      <p:bgPr>
        <a:solidFill>
          <a:schemeClr val="dk2"/>
        </a:solidFill>
        <a:effectLst/>
      </p:bgPr>
    </p:bg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1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21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4" name="Google Shape;194;p21"/>
          <p:cNvPicPr preferRelativeResize="0"/>
          <p:nvPr/>
        </p:nvPicPr>
        <p:blipFill rotWithShape="1">
          <a:blip r:embed="rId2">
            <a:alphaModFix amt="27000"/>
          </a:blip>
          <a:srcRect l="21476"/>
          <a:stretch/>
        </p:blipFill>
        <p:spPr>
          <a:xfrm flipH="1">
            <a:off x="7048002" y="1780300"/>
            <a:ext cx="2095998" cy="2905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21"/>
          <p:cNvPicPr preferRelativeResize="0"/>
          <p:nvPr/>
        </p:nvPicPr>
        <p:blipFill rotWithShape="1">
          <a:blip r:embed="rId3">
            <a:alphaModFix/>
          </a:blip>
          <a:srcRect l="20792" t="10992"/>
          <a:stretch/>
        </p:blipFill>
        <p:spPr>
          <a:xfrm>
            <a:off x="0" y="0"/>
            <a:ext cx="1320175" cy="1615227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1"/>
          <p:cNvSpPr txBox="1">
            <a:spLocks noGrp="1"/>
          </p:cNvSpPr>
          <p:nvPr>
            <p:ph type="body" idx="1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 b="1">
                <a:solidFill>
                  <a:schemeClr val="lt1"/>
                </a:solidFill>
              </a:defRPr>
            </a:lvl1pPr>
            <a:lvl2pPr marL="914400" lvl="1" indent="-3429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marL="1371600" lvl="2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marL="1828800" lvl="3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marL="2286000" lvl="4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marL="3200400" lvl="6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marL="3657600" lvl="7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marL="4114800" lvl="8" indent="-3429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der - Dark Blue 03">
  <p:cSld name="Quote - Violet_1_1_2_1_1">
    <p:bg>
      <p:bgPr>
        <a:solidFill>
          <a:schemeClr val="dk2"/>
        </a:solidFill>
        <a:effectLst/>
      </p:bgPr>
    </p:bg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8" name="Google Shape;198;p22"/>
          <p:cNvGrpSpPr/>
          <p:nvPr/>
        </p:nvGrpSpPr>
        <p:grpSpPr>
          <a:xfrm>
            <a:off x="-10" y="3770439"/>
            <a:ext cx="9143997" cy="1371564"/>
            <a:chOff x="-10" y="3735321"/>
            <a:chExt cx="9139427" cy="1408177"/>
          </a:xfrm>
        </p:grpSpPr>
        <p:pic>
          <p:nvPicPr>
            <p:cNvPr id="199" name="Google Shape;199;p22"/>
            <p:cNvPicPr preferRelativeResize="0"/>
            <p:nvPr/>
          </p:nvPicPr>
          <p:blipFill>
            <a:blip r:embed="rId2">
              <a:alphaModFix amt="72000"/>
            </a:blip>
            <a:stretch>
              <a:fillRect/>
            </a:stretch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0" name="Google Shape;200;p22"/>
            <p:cNvPicPr preferRelativeResize="0"/>
            <p:nvPr/>
          </p:nvPicPr>
          <p:blipFill rotWithShape="1">
            <a:blip r:embed="rId3">
              <a:alphaModFix amt="72000"/>
            </a:blip>
            <a:srcRect t="140" b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1" name="Google Shape;201;p22"/>
            <p:cNvPicPr preferRelativeResize="0"/>
            <p:nvPr/>
          </p:nvPicPr>
          <p:blipFill rotWithShape="1">
            <a:blip r:embed="rId4">
              <a:alphaModFix amt="72000"/>
            </a:blip>
            <a:srcRect t="140" b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2" name="Google Shape;202;p22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22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22"/>
          <p:cNvSpPr txBox="1">
            <a:spLocks noGrp="1"/>
          </p:cNvSpPr>
          <p:nvPr>
            <p:ph type="body" idx="1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 b="1">
                <a:solidFill>
                  <a:schemeClr val="lt1"/>
                </a:solidFill>
              </a:defRPr>
            </a:lvl1pPr>
            <a:lvl2pPr marL="914400" lvl="1" indent="-3429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marL="1371600" lvl="2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marL="1828800" lvl="3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marL="2286000" lvl="4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marL="3200400" lvl="6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marL="3657600" lvl="7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marL="4114800" lvl="8" indent="-3429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der - Dark Blue 04">
  <p:cSld name="Quote - Violet_1_1_2_1_1_1">
    <p:bg>
      <p:bgPr>
        <a:solidFill>
          <a:schemeClr val="dk2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3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23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8" name="Google Shape;208;p23"/>
          <p:cNvGrpSpPr/>
          <p:nvPr/>
        </p:nvGrpSpPr>
        <p:grpSpPr>
          <a:xfrm>
            <a:off x="4" y="1803975"/>
            <a:ext cx="9143996" cy="3339526"/>
            <a:chOff x="4" y="1803975"/>
            <a:chExt cx="9143996" cy="3339526"/>
          </a:xfrm>
        </p:grpSpPr>
        <p:pic>
          <p:nvPicPr>
            <p:cNvPr id="209" name="Google Shape;209;p23"/>
            <p:cNvPicPr preferRelativeResize="0"/>
            <p:nvPr/>
          </p:nvPicPr>
          <p:blipFill rotWithShape="1">
            <a:blip r:embed="rId2">
              <a:alphaModFix amt="57000"/>
            </a:blip>
            <a:srcRect l="32605" b="34254"/>
            <a:stretch/>
          </p:blipFill>
          <p:spPr>
            <a:xfrm flipH="1">
              <a:off x="5036874" y="1804050"/>
              <a:ext cx="4107126" cy="333945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0" name="Google Shape;210;p23"/>
            <p:cNvPicPr preferRelativeResize="0"/>
            <p:nvPr/>
          </p:nvPicPr>
          <p:blipFill rotWithShape="1">
            <a:blip r:embed="rId3">
              <a:alphaModFix amt="57000"/>
            </a:blip>
            <a:srcRect r="17499" b="34258"/>
            <a:stretch/>
          </p:blipFill>
          <p:spPr>
            <a:xfrm flipH="1">
              <a:off x="4" y="1803975"/>
              <a:ext cx="5027748" cy="3339451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1" name="Google Shape;211;p23"/>
          <p:cNvSpPr txBox="1">
            <a:spLocks noGrp="1"/>
          </p:cNvSpPr>
          <p:nvPr>
            <p:ph type="body" idx="1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 b="1">
                <a:solidFill>
                  <a:schemeClr val="lt1"/>
                </a:solidFill>
              </a:defRPr>
            </a:lvl1pPr>
            <a:lvl2pPr marL="914400" lvl="1" indent="-3429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marL="1371600" lvl="2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marL="1828800" lvl="3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marL="2286000" lvl="4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marL="3200400" lvl="6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marL="3657600" lvl="7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marL="4114800" lvl="8" indent="-3429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vider - Dark Blue 05">
  <p:cSld name="Quote - Violet_1_1_2_1_1_1_1">
    <p:bg>
      <p:bgPr>
        <a:solidFill>
          <a:schemeClr val="dk2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4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chemeClr val="lt1"/>
                </a:solidFill>
              </a:rPr>
              <a:t>2026 </a:t>
            </a: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4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15" name="Google Shape;215;p24"/>
          <p:cNvGrpSpPr/>
          <p:nvPr/>
        </p:nvGrpSpPr>
        <p:grpSpPr>
          <a:xfrm rot="-5400000">
            <a:off x="5223451" y="1196298"/>
            <a:ext cx="5164226" cy="2747927"/>
            <a:chOff x="1155183" y="3814094"/>
            <a:chExt cx="3118306" cy="1659276"/>
          </a:xfrm>
        </p:grpSpPr>
        <p:pic>
          <p:nvPicPr>
            <p:cNvPr id="216" name="Google Shape;216;p24"/>
            <p:cNvPicPr preferRelativeResize="0"/>
            <p:nvPr/>
          </p:nvPicPr>
          <p:blipFill rotWithShape="1">
            <a:blip r:embed="rId2">
              <a:alphaModFix amt="58000"/>
            </a:blip>
            <a:srcRect l="37919" t="24706" b="10228"/>
            <a:stretch/>
          </p:blipFill>
          <p:spPr>
            <a:xfrm>
              <a:off x="1155183" y="3814094"/>
              <a:ext cx="1891297" cy="165213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7" name="Google Shape;217;p24"/>
            <p:cNvPicPr preferRelativeResize="0"/>
            <p:nvPr/>
          </p:nvPicPr>
          <p:blipFill rotWithShape="1">
            <a:blip r:embed="rId3">
              <a:alphaModFix amt="58000"/>
            </a:blip>
            <a:srcRect t="25270" r="59873" b="9950"/>
            <a:stretch/>
          </p:blipFill>
          <p:spPr>
            <a:xfrm>
              <a:off x="3051053" y="3828390"/>
              <a:ext cx="1222436" cy="164498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8" name="Google Shape;218;p24"/>
          <p:cNvSpPr txBox="1">
            <a:spLocks noGrp="1"/>
          </p:cNvSpPr>
          <p:nvPr>
            <p:ph type="body" idx="1"/>
          </p:nvPr>
        </p:nvSpPr>
        <p:spPr>
          <a:xfrm>
            <a:off x="365760" y="1214450"/>
            <a:ext cx="7484400" cy="271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rtl="0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 b="1">
                <a:solidFill>
                  <a:schemeClr val="lt1"/>
                </a:solidFill>
              </a:defRPr>
            </a:lvl1pPr>
            <a:lvl2pPr marL="914400" lvl="1" indent="-342900" rtl="0">
              <a:lnSpc>
                <a:spcPct val="74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marL="1371600" lvl="2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marL="1828800" lvl="3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marL="2286000" lvl="4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marL="3200400" lvl="6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marL="3657600" lvl="7" indent="-342900" rtl="0">
              <a:lnSpc>
                <a:spcPct val="74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marL="4114800" lvl="8" indent="-342900" rtl="0">
              <a:lnSpc>
                <a:spcPct val="74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Dark Blue">
  <p:cSld name="Quote - Violet_1_1_1">
    <p:bg>
      <p:bgPr>
        <a:solidFill>
          <a:schemeClr val="dk2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5"/>
          <p:cNvSpPr txBox="1">
            <a:spLocks noGrp="1"/>
          </p:cNvSpPr>
          <p:nvPr>
            <p:ph type="body" idx="1"/>
          </p:nvPr>
        </p:nvSpPr>
        <p:spPr>
          <a:xfrm>
            <a:off x="365750" y="1331975"/>
            <a:ext cx="7484400" cy="25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 b="1" cap="none">
                <a:solidFill>
                  <a:schemeClr val="lt1"/>
                </a:solidFill>
              </a:defRPr>
            </a:lvl1pPr>
            <a:lvl2pPr marL="914400" lvl="1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marL="1371600" lvl="2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marL="1828800" lvl="3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marL="2286000" lvl="4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marL="3200400" lvl="6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marL="3657600" lvl="7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marL="4114800" lvl="8" indent="-3429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1" name="Google Shape;221;p25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25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25"/>
          <p:cNvSpPr txBox="1">
            <a:spLocks noGrp="1"/>
          </p:cNvSpPr>
          <p:nvPr>
            <p:ph type="sldNum" idx="12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24" name="Google Shape;224;p25"/>
          <p:cNvGrpSpPr/>
          <p:nvPr/>
        </p:nvGrpSpPr>
        <p:grpSpPr>
          <a:xfrm>
            <a:off x="457209" y="474129"/>
            <a:ext cx="1177786" cy="857849"/>
            <a:chOff x="865451" y="2114550"/>
            <a:chExt cx="3399093" cy="2475755"/>
          </a:xfrm>
        </p:grpSpPr>
        <p:sp>
          <p:nvSpPr>
            <p:cNvPr id="225" name="Google Shape;225;p25"/>
            <p:cNvSpPr/>
            <p:nvPr/>
          </p:nvSpPr>
          <p:spPr>
            <a:xfrm>
              <a:off x="865451" y="2114550"/>
              <a:ext cx="1571381" cy="2475755"/>
            </a:xfrm>
            <a:custGeom>
              <a:avLst/>
              <a:gdLst/>
              <a:ahLst/>
              <a:cxnLst/>
              <a:rect l="l" t="t" r="r" b="b"/>
              <a:pathLst>
                <a:path w="3654375" h="5757569" extrusionOk="0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6" name="Google Shape;226;p25"/>
            <p:cNvSpPr/>
            <p:nvPr/>
          </p:nvSpPr>
          <p:spPr>
            <a:xfrm>
              <a:off x="2693163" y="2114550"/>
              <a:ext cx="1571381" cy="2475755"/>
            </a:xfrm>
            <a:custGeom>
              <a:avLst/>
              <a:gdLst/>
              <a:ahLst/>
              <a:cxnLst/>
              <a:rect l="l" t="t" r="r" b="b"/>
              <a:pathLst>
                <a:path w="3654375" h="5757569" extrusionOk="0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7" name="Google Shape;227;p25"/>
          <p:cNvSpPr txBox="1">
            <a:spLocks noGrp="1"/>
          </p:cNvSpPr>
          <p:nvPr>
            <p:ph type="subTitle" idx="2"/>
          </p:nvPr>
        </p:nvSpPr>
        <p:spPr>
          <a:xfrm>
            <a:off x="365755" y="4023360"/>
            <a:ext cx="4206300" cy="27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 b="1">
                <a:solidFill>
                  <a:srgbClr val="FFFFFF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b="1">
                <a:solidFill>
                  <a:srgbClr val="FFFFFF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White">
  <p:cSld name="Quote - Violet_1_1_1_3">
    <p:bg>
      <p:bgPr>
        <a:solidFill>
          <a:schemeClr val="lt1"/>
        </a:solidFill>
        <a:effectLst/>
      </p:bgPr>
    </p:bg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6"/>
          <p:cNvSpPr txBox="1">
            <a:spLocks noGrp="1"/>
          </p:cNvSpPr>
          <p:nvPr>
            <p:ph type="body" idx="1"/>
          </p:nvPr>
        </p:nvSpPr>
        <p:spPr>
          <a:xfrm>
            <a:off x="365750" y="1331975"/>
            <a:ext cx="7484400" cy="25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 b="1" cap="none">
                <a:solidFill>
                  <a:schemeClr val="dk1"/>
                </a:solidFill>
              </a:defRPr>
            </a:lvl1pPr>
            <a:lvl2pPr marL="914400" lvl="1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2pPr>
            <a:lvl3pPr marL="1371600" lvl="2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3pPr>
            <a:lvl4pPr marL="1828800" lvl="3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4pPr>
            <a:lvl5pPr marL="2286000" lvl="4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5pPr>
            <a:lvl6pPr marL="2743200" lvl="5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6pPr>
            <a:lvl7pPr marL="3200400" lvl="6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7pPr>
            <a:lvl8pPr marL="3657600" lvl="7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8pPr>
            <a:lvl9pPr marL="4114800" lvl="8" indent="-3429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grpSp>
        <p:nvGrpSpPr>
          <p:cNvPr id="230" name="Google Shape;230;p26"/>
          <p:cNvGrpSpPr/>
          <p:nvPr/>
        </p:nvGrpSpPr>
        <p:grpSpPr>
          <a:xfrm>
            <a:off x="457209" y="474129"/>
            <a:ext cx="1177786" cy="857849"/>
            <a:chOff x="865451" y="2114550"/>
            <a:chExt cx="3399093" cy="2475755"/>
          </a:xfrm>
        </p:grpSpPr>
        <p:sp>
          <p:nvSpPr>
            <p:cNvPr id="231" name="Google Shape;231;p26"/>
            <p:cNvSpPr/>
            <p:nvPr/>
          </p:nvSpPr>
          <p:spPr>
            <a:xfrm>
              <a:off x="865451" y="2114550"/>
              <a:ext cx="1571381" cy="2475755"/>
            </a:xfrm>
            <a:custGeom>
              <a:avLst/>
              <a:gdLst/>
              <a:ahLst/>
              <a:cxnLst/>
              <a:rect l="l" t="t" r="r" b="b"/>
              <a:pathLst>
                <a:path w="3654375" h="5757569" extrusionOk="0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2" name="Google Shape;232;p26"/>
            <p:cNvSpPr/>
            <p:nvPr/>
          </p:nvSpPr>
          <p:spPr>
            <a:xfrm>
              <a:off x="2693163" y="2114550"/>
              <a:ext cx="1571381" cy="2475755"/>
            </a:xfrm>
            <a:custGeom>
              <a:avLst/>
              <a:gdLst/>
              <a:ahLst/>
              <a:cxnLst/>
              <a:rect l="l" t="t" r="r" b="b"/>
              <a:pathLst>
                <a:path w="3654375" h="5757569" extrusionOk="0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3" name="Google Shape;233;p26"/>
          <p:cNvSpPr txBox="1">
            <a:spLocks noGrp="1"/>
          </p:cNvSpPr>
          <p:nvPr>
            <p:ph type="subTitle" idx="2"/>
          </p:nvPr>
        </p:nvSpPr>
        <p:spPr>
          <a:xfrm>
            <a:off x="365755" y="4023360"/>
            <a:ext cx="4206300" cy="27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sz="1600" b="1">
                <a:solidFill>
                  <a:srgbClr val="5B5B5B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 b="1">
                <a:solidFill>
                  <a:srgbClr val="5B5B5B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 b="1">
                <a:solidFill>
                  <a:srgbClr val="5B5B5B"/>
                </a:solidFill>
              </a:defRPr>
            </a:lvl9pPr>
          </a:lstStyle>
          <a:p>
            <a:endParaRPr/>
          </a:p>
        </p:txBody>
      </p:sp>
      <p:sp>
        <p:nvSpPr>
          <p:cNvPr id="234" name="Google Shape;234;p26"/>
          <p:cNvSpPr txBox="1">
            <a:spLocks noGrp="1"/>
          </p:cNvSpPr>
          <p:nvPr>
            <p:ph type="sldNum" idx="12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5" name="Google Shape;235;p26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26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rgbClr val="929292"/>
                </a:solidFill>
              </a:rPr>
              <a:t>2026</a:t>
            </a:r>
            <a:r>
              <a:rPr lang="en" sz="600" b="0" i="0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Dark Blue w/ Photo">
  <p:cSld name="Quote - Violet_1_1_1_2">
    <p:bg>
      <p:bgPr>
        <a:solidFill>
          <a:schemeClr val="dk2"/>
        </a:solidFill>
        <a:effectLst/>
      </p:bgPr>
    </p:bg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 txBox="1">
            <a:spLocks noGrp="1"/>
          </p:cNvSpPr>
          <p:nvPr>
            <p:ph type="body" idx="1"/>
          </p:nvPr>
        </p:nvSpPr>
        <p:spPr>
          <a:xfrm>
            <a:off x="365750" y="1331975"/>
            <a:ext cx="6076500" cy="25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 b="1" cap="none">
                <a:solidFill>
                  <a:schemeClr val="lt1"/>
                </a:solidFill>
              </a:defRPr>
            </a:lvl1pPr>
            <a:lvl2pPr marL="914400" lvl="1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marL="1371600" lvl="2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marL="1828800" lvl="3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marL="2286000" lvl="4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marL="3200400" lvl="6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marL="3657600" lvl="7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marL="4114800" lvl="8" indent="-3429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39" name="Google Shape;239;p27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7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27"/>
          <p:cNvSpPr txBox="1">
            <a:spLocks noGrp="1"/>
          </p:cNvSpPr>
          <p:nvPr>
            <p:ph type="sldNum" idx="12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42" name="Google Shape;242;p27"/>
          <p:cNvGrpSpPr/>
          <p:nvPr/>
        </p:nvGrpSpPr>
        <p:grpSpPr>
          <a:xfrm>
            <a:off x="457209" y="474129"/>
            <a:ext cx="1177786" cy="857849"/>
            <a:chOff x="865451" y="2114550"/>
            <a:chExt cx="3399093" cy="2475755"/>
          </a:xfrm>
        </p:grpSpPr>
        <p:sp>
          <p:nvSpPr>
            <p:cNvPr id="243" name="Google Shape;243;p27"/>
            <p:cNvSpPr/>
            <p:nvPr/>
          </p:nvSpPr>
          <p:spPr>
            <a:xfrm>
              <a:off x="865451" y="2114550"/>
              <a:ext cx="1571381" cy="2475755"/>
            </a:xfrm>
            <a:custGeom>
              <a:avLst/>
              <a:gdLst/>
              <a:ahLst/>
              <a:cxnLst/>
              <a:rect l="l" t="t" r="r" b="b"/>
              <a:pathLst>
                <a:path w="3654375" h="5757569" extrusionOk="0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4" name="Google Shape;244;p27"/>
            <p:cNvSpPr/>
            <p:nvPr/>
          </p:nvSpPr>
          <p:spPr>
            <a:xfrm>
              <a:off x="2693163" y="2114550"/>
              <a:ext cx="1571381" cy="2475755"/>
            </a:xfrm>
            <a:custGeom>
              <a:avLst/>
              <a:gdLst/>
              <a:ahLst/>
              <a:cxnLst/>
              <a:rect l="l" t="t" r="r" b="b"/>
              <a:pathLst>
                <a:path w="3654375" h="5757569" extrusionOk="0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5" name="Google Shape;245;p27"/>
          <p:cNvSpPr txBox="1">
            <a:spLocks noGrp="1"/>
          </p:cNvSpPr>
          <p:nvPr>
            <p:ph type="subTitle" idx="2"/>
          </p:nvPr>
        </p:nvSpPr>
        <p:spPr>
          <a:xfrm>
            <a:off x="3017525" y="3999997"/>
            <a:ext cx="4206300" cy="68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sz="1600" b="1">
                <a:solidFill>
                  <a:srgbClr val="FFFFFF"/>
                </a:solidFill>
              </a:defRPr>
            </a:lvl1pPr>
            <a:lvl2pPr lvl="1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b="1">
                <a:solidFill>
                  <a:srgbClr val="FFFFFF"/>
                </a:solidFill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"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28"/>
          <p:cNvSpPr/>
          <p:nvPr/>
        </p:nvSpPr>
        <p:spPr>
          <a:xfrm>
            <a:off x="0" y="1120200"/>
            <a:ext cx="9144000" cy="4023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28"/>
          <p:cNvSpPr txBox="1">
            <a:spLocks noGrp="1"/>
          </p:cNvSpPr>
          <p:nvPr>
            <p:ph type="title"/>
          </p:nvPr>
        </p:nvSpPr>
        <p:spPr>
          <a:xfrm>
            <a:off x="366550" y="274323"/>
            <a:ext cx="8348400" cy="36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1000"/>
              </a:spcBef>
              <a:spcAft>
                <a:spcPts val="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1000"/>
              </a:spcBef>
              <a:spcAft>
                <a:spcPts val="1000"/>
              </a:spcAft>
              <a:buSzPts val="1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249" name="Google Shape;249;p28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28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8"/>
          <p:cNvSpPr txBox="1">
            <a:spLocks noGrp="1"/>
          </p:cNvSpPr>
          <p:nvPr>
            <p:ph type="sldNum" idx="12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600" i="0"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2" name="Google Shape;252;p28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 01">
  <p:cSld name="Thank You">
    <p:bg>
      <p:bgPr>
        <a:solidFill>
          <a:schemeClr val="accent1"/>
        </a:solidFill>
        <a:effectLst/>
      </p:bgPr>
    </p:bg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9"/>
          <p:cNvSpPr/>
          <p:nvPr/>
        </p:nvSpPr>
        <p:spPr>
          <a:xfrm>
            <a:off x="457200" y="4444162"/>
            <a:ext cx="1444930" cy="330450"/>
          </a:xfrm>
          <a:custGeom>
            <a:avLst/>
            <a:gdLst/>
            <a:ahLst/>
            <a:cxnLst/>
            <a:rect l="l" t="t" r="r" b="b"/>
            <a:pathLst>
              <a:path w="10771" h="2451" extrusionOk="0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29"/>
          <p:cNvSpPr/>
          <p:nvPr/>
        </p:nvSpPr>
        <p:spPr>
          <a:xfrm>
            <a:off x="457202" y="4864608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29"/>
          <p:cNvSpPr txBox="1">
            <a:spLocks noGrp="1"/>
          </p:cNvSpPr>
          <p:nvPr>
            <p:ph type="body" idx="1"/>
          </p:nvPr>
        </p:nvSpPr>
        <p:spPr>
          <a:xfrm>
            <a:off x="365750" y="1886350"/>
            <a:ext cx="7484400" cy="13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 b="1">
                <a:solidFill>
                  <a:schemeClr val="lt1"/>
                </a:solidFill>
              </a:defRPr>
            </a:lvl1pPr>
            <a:lvl2pPr marL="914400" lvl="1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marL="1371600" lvl="2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marL="1828800" lvl="3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marL="2286000" lvl="4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marL="3200400" lvl="6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marL="3657600" lvl="7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marL="4114800" lvl="8" indent="-3429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 02">
  <p:cSld name="Thank You_1">
    <p:bg>
      <p:bgPr>
        <a:solidFill>
          <a:schemeClr val="accent1"/>
        </a:solidFill>
        <a:effectLst/>
      </p:bgPr>
    </p:bg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0"/>
          <p:cNvSpPr/>
          <p:nvPr/>
        </p:nvSpPr>
        <p:spPr>
          <a:xfrm>
            <a:off x="457200" y="4444162"/>
            <a:ext cx="1444930" cy="330450"/>
          </a:xfrm>
          <a:custGeom>
            <a:avLst/>
            <a:gdLst/>
            <a:ahLst/>
            <a:cxnLst/>
            <a:rect l="l" t="t" r="r" b="b"/>
            <a:pathLst>
              <a:path w="10771" h="2451" extrusionOk="0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13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0"/>
          <p:cNvSpPr txBox="1">
            <a:spLocks noGrp="1"/>
          </p:cNvSpPr>
          <p:nvPr>
            <p:ph type="body" idx="1"/>
          </p:nvPr>
        </p:nvSpPr>
        <p:spPr>
          <a:xfrm>
            <a:off x="365750" y="1886350"/>
            <a:ext cx="7484400" cy="13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 b="1">
                <a:solidFill>
                  <a:schemeClr val="lt1"/>
                </a:solidFill>
              </a:defRPr>
            </a:lvl1pPr>
            <a:lvl2pPr marL="914400" lvl="1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marL="1371600" lvl="2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marL="1828800" lvl="3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marL="2286000" lvl="4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marL="3200400" lvl="6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marL="3657600" lvl="7" indent="-342900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marL="4114800" lvl="8" indent="-342900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60" name="Google Shape;260;p30"/>
          <p:cNvSpPr/>
          <p:nvPr/>
        </p:nvSpPr>
        <p:spPr>
          <a:xfrm>
            <a:off x="457202" y="4864608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</a:t>
            </a:r>
            <a:r>
              <a:rPr lang="en" sz="600">
                <a:solidFill>
                  <a:schemeClr val="lt1"/>
                </a:solidFill>
              </a:rPr>
              <a:t>2026</a:t>
            </a:r>
            <a:r>
              <a:rPr lang="en" sz="6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1" name="Google Shape;261;p30"/>
          <p:cNvGrpSpPr/>
          <p:nvPr/>
        </p:nvGrpSpPr>
        <p:grpSpPr>
          <a:xfrm>
            <a:off x="-10" y="3770439"/>
            <a:ext cx="9143997" cy="1371564"/>
            <a:chOff x="-10" y="3735321"/>
            <a:chExt cx="9139427" cy="1408177"/>
          </a:xfrm>
        </p:grpSpPr>
        <p:pic>
          <p:nvPicPr>
            <p:cNvPr id="262" name="Google Shape;262;p30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-10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3" name="Google Shape;263;p30"/>
            <p:cNvPicPr preferRelativeResize="0"/>
            <p:nvPr/>
          </p:nvPicPr>
          <p:blipFill rotWithShape="1">
            <a:blip r:embed="rId3">
              <a:alphaModFix/>
            </a:blip>
            <a:srcRect t="140" b="140"/>
            <a:stretch/>
          </p:blipFill>
          <p:spPr>
            <a:xfrm>
              <a:off x="304951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4" name="Google Shape;264;p30"/>
            <p:cNvPicPr preferRelativeResize="0"/>
            <p:nvPr/>
          </p:nvPicPr>
          <p:blipFill rotWithShape="1">
            <a:blip r:embed="rId4">
              <a:alphaModFix/>
            </a:blip>
            <a:srcRect t="140" b="140"/>
            <a:stretch/>
          </p:blipFill>
          <p:spPr>
            <a:xfrm>
              <a:off x="6094465" y="3735321"/>
              <a:ext cx="3044952" cy="1408177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(footer only) 1">
  <p:cSld name="1_Blank (footer only) 8">
    <p:bg>
      <p:bgPr>
        <a:solidFill>
          <a:schemeClr val="lt1"/>
        </a:solidFill>
        <a:effectLst/>
      </p:bgPr>
    </p:bg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31"/>
          <p:cNvSpPr txBox="1">
            <a:spLocks noGrp="1"/>
          </p:cNvSpPr>
          <p:nvPr>
            <p:ph type="sldNum" idx="12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0" i="0" u="none" strike="noStrike" cap="non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7" name="Google Shape;267;p31"/>
          <p:cNvSpPr/>
          <p:nvPr/>
        </p:nvSpPr>
        <p:spPr>
          <a:xfrm>
            <a:off x="457195" y="4846320"/>
            <a:ext cx="135250" cy="128588"/>
          </a:xfrm>
          <a:custGeom>
            <a:avLst/>
            <a:gdLst/>
            <a:ahLst/>
            <a:cxnLst/>
            <a:rect l="l" t="t" r="r" b="b"/>
            <a:pathLst>
              <a:path w="5409981" h="5143500" extrusionOk="0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13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3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" sz="600" b="0" i="0" u="none" strike="noStrike" cap="non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</a:t>
            </a:r>
            <a:r>
              <a:rPr lang="en" sz="600">
                <a:solidFill>
                  <a:srgbClr val="929292"/>
                </a:solidFill>
              </a:rPr>
              <a:t>6</a:t>
            </a:r>
            <a:r>
              <a:rPr lang="en" sz="600" b="0" i="0" u="none" strike="noStrike" cap="non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 Snowflake Inc. All Rights Reserved</a:t>
            </a:r>
            <a:endParaRPr sz="600" b="0" i="0" u="none" strike="noStrike" cap="non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66550" y="274323"/>
            <a:ext cx="8348400" cy="36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R="0" lvl="0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 b="1" i="0" u="none" strike="noStrike" cap="none">
                <a:solidFill>
                  <a:schemeClr val="dk1"/>
                </a:solidFill>
              </a:defRPr>
            </a:lvl1pPr>
            <a:lvl2pPr lvl="1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800" b="1"/>
            </a:lvl2pPr>
            <a:lvl3pPr lvl="2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800" b="1"/>
            </a:lvl3pPr>
            <a:lvl4pPr lvl="3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800" b="1"/>
            </a:lvl4pPr>
            <a:lvl5pPr lvl="4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800" b="1"/>
            </a:lvl5pPr>
            <a:lvl6pPr lvl="5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800" b="1"/>
            </a:lvl6pPr>
            <a:lvl7pPr lvl="6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800" b="1"/>
            </a:lvl7pPr>
            <a:lvl8pPr lvl="7" rtl="0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 sz="1800" b="1"/>
            </a:lvl8pPr>
            <a:lvl9pPr lvl="8" rtl="0">
              <a:lnSpc>
                <a:spcPct val="85000"/>
              </a:lnSpc>
              <a:spcBef>
                <a:spcPts val="1000"/>
              </a:spcBef>
              <a:spcAft>
                <a:spcPts val="1000"/>
              </a:spcAft>
              <a:buSzPts val="1400"/>
              <a:buNone/>
              <a:defRPr sz="1800" b="1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65750" y="1280150"/>
            <a:ext cx="8320200" cy="3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sz="1800" i="0" u="none" strike="noStrike" cap="none">
                <a:solidFill>
                  <a:srgbClr val="5B5B5B"/>
                </a:solidFill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•"/>
              <a:defRPr sz="1800" i="0" u="none" strike="noStrike" cap="none">
                <a:solidFill>
                  <a:srgbClr val="5B5B5B"/>
                </a:solidFill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strike="noStrike" cap="none">
                <a:solidFill>
                  <a:srgbClr val="5B5B5B"/>
                </a:solidFill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strike="noStrike" cap="none">
                <a:solidFill>
                  <a:srgbClr val="5B5B5B"/>
                </a:solidFill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strike="noStrike" cap="none">
                <a:solidFill>
                  <a:srgbClr val="5B5B5B"/>
                </a:solidFill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strike="noStrike" cap="none">
                <a:solidFill>
                  <a:srgbClr val="5B5B5B"/>
                </a:solidFill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strike="noStrike" cap="none">
                <a:solidFill>
                  <a:srgbClr val="5B5B5B"/>
                </a:solidFill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i="0" u="none" strike="noStrike" cap="none">
                <a:solidFill>
                  <a:srgbClr val="5B5B5B"/>
                </a:solidFill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accent1"/>
              </a:buClr>
              <a:buSzPts val="1400"/>
              <a:buChar char="•"/>
              <a:defRPr i="0" u="none" strike="noStrike" cap="none">
                <a:solidFill>
                  <a:srgbClr val="5B5B5B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marL="0" marR="0" lvl="0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1pPr>
            <a:lvl2pPr marL="0" marR="0" lvl="1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2pPr>
            <a:lvl3pPr marL="0" marR="0" lvl="2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3pPr>
            <a:lvl4pPr marL="0" marR="0" lvl="3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4pPr>
            <a:lvl5pPr marL="0" marR="0" lvl="4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5pPr>
            <a:lvl6pPr marL="0" marR="0" lvl="5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6pPr>
            <a:lvl7pPr marL="0" marR="0" lvl="6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7pPr>
            <a:lvl8pPr marL="0" marR="0" lvl="7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8pPr>
            <a:lvl9pPr marL="0" marR="0" lvl="8" indent="0" algn="r" rtl="0">
              <a:spcBef>
                <a:spcPts val="0"/>
              </a:spcBef>
              <a:buNone/>
              <a:defRPr sz="600" i="0">
                <a:solidFill>
                  <a:srgbClr val="92929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3837300" y="-655600"/>
            <a:ext cx="5306700" cy="1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8C8C8"/>
                </a:solidFill>
              </a:rPr>
              <a:t>SNOWFLAKE GSLIDES THEME 2025.01</a:t>
            </a:r>
            <a:endParaRPr sz="800">
              <a:solidFill>
                <a:srgbClr val="C8C8C8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2880">
          <p15:clr>
            <a:srgbClr val="F26B43"/>
          </p15:clr>
        </p15:guide>
        <p15:guide id="2" orient="horz" pos="403">
          <p15:clr>
            <a:srgbClr val="F26B43"/>
          </p15:clr>
        </p15:guide>
        <p15:guide id="3" orient="horz" pos="1620">
          <p15:clr>
            <a:srgbClr val="EA4335"/>
          </p15:clr>
        </p15:guide>
        <p15:guide id="4" orient="horz" pos="2952">
          <p15:clr>
            <a:srgbClr val="F26B43"/>
          </p15:clr>
        </p15:guide>
        <p15:guide id="5" pos="288">
          <p15:clr>
            <a:srgbClr val="EA4335"/>
          </p15:clr>
        </p15:guide>
        <p15:guide id="6" pos="5472">
          <p15:clr>
            <a:srgbClr val="EA4335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3"/>
          <p:cNvSpPr txBox="1">
            <a:spLocks noGrp="1"/>
          </p:cNvSpPr>
          <p:nvPr>
            <p:ph type="title"/>
          </p:nvPr>
        </p:nvSpPr>
        <p:spPr>
          <a:xfrm>
            <a:off x="366600" y="1188725"/>
            <a:ext cx="7408800" cy="192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3600" b="1"/>
              <a:t>동네 엑스레이</a:t>
            </a:r>
            <a:endParaRPr/>
          </a:p>
        </p:txBody>
      </p:sp>
      <p:sp>
        <p:nvSpPr>
          <p:cNvPr id="276" name="Google Shape;276;p33"/>
          <p:cNvSpPr txBox="1">
            <a:spLocks noGrp="1"/>
          </p:cNvSpPr>
          <p:nvPr>
            <p:ph type="title" idx="2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400" b="0"/>
              <a:t>XR-AI  |  오용석 · 박성우 · 박재성</a:t>
            </a:r>
            <a:endParaRPr/>
          </a:p>
        </p:txBody>
      </p:sp>
      <p:sp>
        <p:nvSpPr>
          <p:cNvPr id="277" name="Google Shape;277;p33"/>
          <p:cNvSpPr txBox="1">
            <a:spLocks noGrp="1"/>
          </p:cNvSpPr>
          <p:nvPr>
            <p:ph type="title" idx="3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100" b="0"/>
              <a:t>AI 기반 상권 분석 플랫폼  |  April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4"/>
          <p:cNvSpPr txBox="1">
            <a:spLocks noGrp="1"/>
          </p:cNvSpPr>
          <p:nvPr>
            <p:ph type="title"/>
          </p:nvPr>
        </p:nvSpPr>
        <p:spPr>
          <a:xfrm>
            <a:off x="365750" y="274323"/>
            <a:ext cx="83448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 dirty="0">
                <a:latin typeface="Lato" panose="020F0502020204030203" pitchFamily="34" charset="0"/>
              </a:rPr>
              <a:t>INSTRUCTIONS: </a:t>
            </a:r>
            <a:endParaRPr dirty="0">
              <a:latin typeface="Lato" panose="020F0502020204030203" pitchFamily="34" charset="0"/>
            </a:endParaRPr>
          </a:p>
        </p:txBody>
      </p:sp>
      <p:sp>
        <p:nvSpPr>
          <p:cNvPr id="283" name="Google Shape;283;p34"/>
          <p:cNvSpPr txBox="1"/>
          <p:nvPr/>
        </p:nvSpPr>
        <p:spPr>
          <a:xfrm>
            <a:off x="365750" y="1027750"/>
            <a:ext cx="8232900" cy="339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Char char="➢"/>
            </a:pPr>
            <a:r>
              <a:rPr lang="en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해커톤 발표를 위해 이 슬라이드를 기본 템플릿으로 사용해 주세요. </a:t>
            </a:r>
            <a:br>
              <a:rPr lang="en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endParaRPr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Char char="➢"/>
            </a:pPr>
            <a:r>
              <a:rPr lang="en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필요에 따라 자유롭게 수정하셔도 됩니다. 이 템플릿은 여러분의 솔루션을 체계적으로 전달할 수 있도록 구성되었습니다.</a:t>
            </a:r>
            <a:endParaRPr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Char char="➢"/>
            </a:pPr>
            <a:r>
              <a:rPr lang="en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여러분의 인사이트가 어떤 비즈니스 문제를 데이터 기반으로 해결할 수 있는지, 그리고 제안하는 데이터 애플리케이션이 어떻게 비즈니스 임팩트를 만들어낼 수 있는지를 고민해 보고, 발표 시 이 점을 중심으로 설명해 주세요.</a:t>
            </a:r>
            <a:br>
              <a:rPr lang="en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endParaRPr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Char char="➢"/>
            </a:pPr>
            <a:r>
              <a:rPr lang="en" sz="1300" b="1" u="sng" dirty="0">
                <a:latin typeface="Noto Sans KR" panose="020B0200000000000000" pitchFamily="50" charset="-127"/>
                <a:ea typeface="Noto Sans KR" panose="020B0200000000000000" pitchFamily="50" charset="-127"/>
              </a:rPr>
              <a:t>참고: 승인된 데이터셋만 사용해야 합니다 (참가 약관 참조). 승인되지 않은 데이터셋을 사용하거나 출처를 명시하지 않은 경우, 심사 대상에서 제외될 수 있습니다.</a:t>
            </a:r>
            <a:br>
              <a:rPr lang="en" sz="1300" b="1" u="sng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endParaRPr sz="1300" b="1" u="sng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Char char="➢"/>
            </a:pPr>
            <a:r>
              <a:rPr lang="en" sz="13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테크 트랙, 비즈니스 트랙을 참가하는 모든 팀은 이 템플릿을 기본으로 디벨롭해주시기 바랍니다.</a:t>
            </a:r>
            <a:endParaRPr sz="13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35"/>
          <p:cNvSpPr txBox="1">
            <a:spLocks noGrp="1"/>
          </p:cNvSpPr>
          <p:nvPr>
            <p:ph type="title"/>
          </p:nvPr>
        </p:nvSpPr>
        <p:spPr>
          <a:xfrm>
            <a:off x="365750" y="274323"/>
            <a:ext cx="83448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 dirty="0">
                <a:latin typeface="Noto Sans KR" panose="020B0200000000000000" pitchFamily="50" charset="-127"/>
                <a:ea typeface="Noto Sans KR" panose="020B0200000000000000" pitchFamily="50" charset="-127"/>
              </a:rPr>
              <a:t>REQUIREMENTS (필요 제출 사항): </a:t>
            </a:r>
            <a:endParaRPr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9" name="Google Shape;289;p35"/>
          <p:cNvSpPr txBox="1"/>
          <p:nvPr/>
        </p:nvSpPr>
        <p:spPr>
          <a:xfrm>
            <a:off x="365750" y="825575"/>
            <a:ext cx="8232900" cy="37948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Char char="➢"/>
            </a:pPr>
            <a:r>
              <a:rPr lang="en" sz="1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테크 트랙 제출 사항</a:t>
            </a:r>
            <a:b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(1) 과제 제출 Forms (추후 참가 신청자 대상으로 개별 전달)</a:t>
            </a:r>
            <a:b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(2) 과제 템플릿 제출 (현재 템플릿)</a:t>
            </a:r>
            <a:b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(3) 개발한 소스 코드의 zip파일을 링크로 제출</a:t>
            </a:r>
            <a:b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(4) 데모 녹화 영상 파일 (10분 이내) 다운로드 링크 제출</a:t>
            </a:r>
            <a:b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*코드, 예측 모델, application 사용 방법 설명 등이 포함되어야 합니다.</a:t>
            </a:r>
            <a:b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*솔루션 및 인사이트 / 향후 실행 방안 및 전략 등을 다루어야 하며 동영상은 총 10분을 초과하지 않아야 합니다.</a:t>
            </a:r>
            <a:b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endParaRPr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Char char="➢"/>
            </a:pPr>
            <a:r>
              <a:rPr lang="en" sz="12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비즈니스 트랙 제출 사항</a:t>
            </a:r>
            <a:b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(1) 과제 제출 Forms (추후 참가 신청자 대상으로 개별 전달)</a:t>
            </a:r>
            <a:b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(2) 과제 템플릿 제출 (현재 템플릿)</a:t>
            </a:r>
            <a:b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(3) 과제 소개 프레젠테이션 영상 (10분 이내) 다운로드 링크 제출</a:t>
            </a:r>
            <a:b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*솔루션 및 인사이트 / 향후 실행 방안 및 전략 등을 다루어야 하며 동영상은 총 10분을 초과하지 않아야 합니다.</a:t>
            </a:r>
            <a:b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endParaRPr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Char char="➢"/>
            </a:pPr>
            <a: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결선 진출시 프레젠테이션을 위한 발표자료를 제작해야합니다. (발표 10분 + 질의응답 3분 내외로 진행됩니다.)</a:t>
            </a:r>
            <a:endParaRPr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Char char="➢"/>
            </a:pPr>
            <a:r>
              <a:rPr lang="en" sz="12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과제 제출 기간 마감인 4월 12일 내에 버그 및 오류 수정으로 여러번 제출은 가능하며, 제출 기간 내에 가장 마지막에 제출한 제출물로 심사가 진행됩니다. (이전에 낸 제출물은 평가에 포함되지 않습니다.)</a:t>
            </a:r>
            <a:endParaRPr sz="12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6"/>
          <p:cNvSpPr txBox="1"/>
          <p:nvPr/>
        </p:nvSpPr>
        <p:spPr>
          <a:xfrm>
            <a:off x="320026" y="4483424"/>
            <a:ext cx="1811400" cy="5040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36"/>
          <p:cNvSpPr/>
          <p:nvPr/>
        </p:nvSpPr>
        <p:spPr>
          <a:xfrm>
            <a:off x="234825" y="926651"/>
            <a:ext cx="1981800" cy="35568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50" tIns="91425" rIns="73150" bIns="91425" anchor="ctr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" b="0"/>
              <a:t/>
            </a:r>
            <a:endParaRPr sz="1100" dirty="0">
              <a:latin typeface="Lato" panose="020F0502020204030203" pitchFamily="34" charset="0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1" dirty="0">
              <a:solidFill>
                <a:srgbClr val="262626"/>
              </a:solidFill>
              <a:latin typeface="Lato" panose="020F0502020204030203" pitchFamily="34" charset="0"/>
              <a:ea typeface="Noto Sans KR"/>
              <a:cs typeface="Noto Sans KR"/>
              <a:sym typeface="Noto Sans KR"/>
            </a:endParaRPr>
          </a:p>
          <a:p>
            <a:r>
              <a:rPr sz="800" b="0"/>
              <a:t>자영업자 10명 중 7명이 감에 의존하여</a:t>
            </a:r>
          </a:p>
          <a:p>
            <a:r>
              <a:rPr sz="800" b="0"/>
              <a:t>상권 입지를 선정하고 있습니다.</a:t>
            </a:r>
          </a:p>
          <a:p>
            <a:r>
              <a:rPr sz="400" b="0"/>
              <a:t/>
            </a:r>
          </a:p>
          <a:p>
            <a:r>
              <a:rPr sz="800" b="0"/>
              <a:t>기존 상권 분석 서비스는 과거 데이터만 제공하여</a:t>
            </a:r>
          </a:p>
          <a:p>
            <a:r>
              <a:rPr sz="800" b="0"/>
              <a:t>실시간 트렌드와 미래 예측이 불가능합니다.</a:t>
            </a:r>
          </a:p>
          <a:p>
            <a:r>
              <a:rPr sz="400" b="0"/>
              <a:t/>
            </a:r>
          </a:p>
          <a:p>
            <a:r>
              <a:rPr sz="800" b="0"/>
              <a:t>유동인구·소비·부동산 데이터는 존재하나</a:t>
            </a:r>
          </a:p>
          <a:p>
            <a:r>
              <a:rPr sz="800" b="0"/>
              <a:t>이를 통합 분석하는 도구가 부재합니다.</a:t>
            </a:r>
          </a:p>
          <a:p>
            <a:r>
              <a:rPr sz="600" b="0"/>
              <a:t/>
            </a:r>
          </a:p>
          <a:p>
            <a:r>
              <a:rPr sz="800" b="1">
                <a:solidFill>
                  <a:srgbClr val="6366F1"/>
                </a:solidFill>
              </a:rPr>
              <a:t>Theme</a:t>
            </a:r>
          </a:p>
          <a:p>
            <a:r>
              <a:rPr sz="800" b="0">
                <a:solidFill>
                  <a:srgbClr val="666666"/>
                </a:solidFill>
              </a:rPr>
              <a:t>상권 분석 / 인구 이동 예측</a:t>
            </a:r>
          </a:p>
        </p:txBody>
      </p:sp>
      <p:sp>
        <p:nvSpPr>
          <p:cNvPr id="296" name="Google Shape;296;p36"/>
          <p:cNvSpPr/>
          <p:nvPr/>
        </p:nvSpPr>
        <p:spPr>
          <a:xfrm>
            <a:off x="108295" y="660841"/>
            <a:ext cx="348900" cy="402000"/>
          </a:xfrm>
          <a:prstGeom prst="chevron">
            <a:avLst>
              <a:gd name="adj" fmla="val 50000"/>
            </a:avLst>
          </a:prstGeom>
          <a:solidFill>
            <a:srgbClr val="29B5E8"/>
          </a:solidFill>
          <a:ln>
            <a:noFill/>
          </a:ln>
        </p:spPr>
        <p:txBody>
          <a:bodyPr spcFirstLastPara="1" wrap="square" lIns="86850" tIns="43400" rIns="86850" bIns="434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0"/>
              <a:buFont typeface="Arial"/>
              <a:buNone/>
            </a:pPr>
            <a:endParaRPr sz="1329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7" name="Google Shape;297;p36"/>
          <p:cNvSpPr txBox="1"/>
          <p:nvPr/>
        </p:nvSpPr>
        <p:spPr>
          <a:xfrm>
            <a:off x="234050" y="526450"/>
            <a:ext cx="1981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100" b="0"/>
              <a:t/>
            </a:r>
            <a:endParaRPr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8" name="Google Shape;298;p36"/>
          <p:cNvSpPr txBox="1"/>
          <p:nvPr/>
        </p:nvSpPr>
        <p:spPr>
          <a:xfrm>
            <a:off x="2571210" y="4483424"/>
            <a:ext cx="1811400" cy="5040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36"/>
          <p:cNvSpPr/>
          <p:nvPr/>
        </p:nvSpPr>
        <p:spPr>
          <a:xfrm>
            <a:off x="2486785" y="926651"/>
            <a:ext cx="1981800" cy="35568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50" tIns="91425" rIns="73150" bIns="91425" anchor="ctr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" b="0"/>
              <a:t/>
            </a:r>
            <a:endParaRPr sz="1300" b="1">
              <a:solidFill>
                <a:srgbClr val="262626"/>
              </a:solidFill>
              <a:latin typeface="Lato" panose="020F0502020204030203" pitchFamily="34" charset="0"/>
              <a:ea typeface="Noto Sans KR"/>
              <a:cs typeface="Noto Sans KR"/>
              <a:sym typeface="Noto Sans KR"/>
            </a:endParaRPr>
          </a:p>
          <a:p>
            <a:r>
              <a:rPr sz="800" b="0"/>
              <a:t>5개 선행지표를 종합하면</a:t>
            </a:r>
          </a:p>
          <a:p>
            <a:r>
              <a:rPr sz="800" b="1"/>
              <a:t>'다음에 뜰 동네'를 예측할 수 있다</a:t>
            </a:r>
          </a:p>
          <a:p>
            <a:r>
              <a:rPr sz="400" b="0"/>
              <a:t/>
            </a:r>
          </a:p>
          <a:p>
            <a:r>
              <a:rPr sz="800" b="0"/>
              <a:t>방문인구 25%</a:t>
            </a:r>
          </a:p>
          <a:p>
            <a:r>
              <a:rPr sz="800" b="0"/>
              <a:t>카페·식음료 매출 20%</a:t>
            </a:r>
          </a:p>
          <a:p>
            <a:r>
              <a:rPr sz="800" b="0"/>
              <a:t>유동인구 총합 20%</a:t>
            </a:r>
          </a:p>
          <a:p>
            <a:r>
              <a:rPr sz="800" b="0"/>
              <a:t>부동산 매매가 20%</a:t>
            </a:r>
          </a:p>
          <a:p>
            <a:r>
              <a:rPr sz="800" b="0"/>
              <a:t>인터넷 신규설치 15%</a:t>
            </a:r>
          </a:p>
          <a:p>
            <a:r>
              <a:rPr sz="400" b="0"/>
              <a:t/>
            </a:r>
          </a:p>
          <a:p>
            <a:r>
              <a:rPr sz="800" b="1">
                <a:solidFill>
                  <a:srgbClr val="6366F1"/>
                </a:solidFill>
              </a:rPr>
              <a:t>118개 동네 x 59개월 = 6,962건</a:t>
            </a:r>
          </a:p>
        </p:txBody>
      </p:sp>
      <p:sp>
        <p:nvSpPr>
          <p:cNvPr id="300" name="Google Shape;300;p36"/>
          <p:cNvSpPr/>
          <p:nvPr/>
        </p:nvSpPr>
        <p:spPr>
          <a:xfrm>
            <a:off x="2344255" y="660841"/>
            <a:ext cx="348900" cy="402000"/>
          </a:xfrm>
          <a:prstGeom prst="chevron">
            <a:avLst>
              <a:gd name="adj" fmla="val 50000"/>
            </a:avLst>
          </a:prstGeom>
          <a:solidFill>
            <a:srgbClr val="29B5E8"/>
          </a:solidFill>
          <a:ln>
            <a:noFill/>
          </a:ln>
        </p:spPr>
        <p:txBody>
          <a:bodyPr spcFirstLastPara="1" wrap="square" lIns="86850" tIns="43400" rIns="86850" bIns="434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0"/>
              <a:buFont typeface="Arial"/>
              <a:buNone/>
            </a:pPr>
            <a:endParaRPr sz="1329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36"/>
          <p:cNvSpPr txBox="1"/>
          <p:nvPr/>
        </p:nvSpPr>
        <p:spPr>
          <a:xfrm>
            <a:off x="2486010" y="526450"/>
            <a:ext cx="1981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100" b="0"/>
              <a:t/>
            </a:r>
            <a:endParaRPr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2" name="Google Shape;302;p36"/>
          <p:cNvSpPr txBox="1"/>
          <p:nvPr/>
        </p:nvSpPr>
        <p:spPr>
          <a:xfrm>
            <a:off x="4791747" y="4481995"/>
            <a:ext cx="1811400" cy="5040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36"/>
          <p:cNvSpPr/>
          <p:nvPr/>
        </p:nvSpPr>
        <p:spPr>
          <a:xfrm>
            <a:off x="4706546" y="925221"/>
            <a:ext cx="1981800" cy="35568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50" tIns="91425" rIns="73150" bIns="91425" anchor="ctr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" b="0"/>
              <a:t/>
            </a:r>
            <a:endParaRPr sz="1300" b="1">
              <a:solidFill>
                <a:srgbClr val="262626"/>
              </a:solidFill>
              <a:latin typeface="Lato" panose="020F0502020204030203" pitchFamily="34" charset="0"/>
              <a:ea typeface="Noto Sans KR"/>
              <a:cs typeface="Noto Sans KR"/>
              <a:sym typeface="Noto Sans KR"/>
            </a:endParaRPr>
          </a:p>
        </p:txBody>
      </p:sp>
      <p:sp>
        <p:nvSpPr>
          <p:cNvPr id="304" name="Google Shape;304;p36"/>
          <p:cNvSpPr/>
          <p:nvPr/>
        </p:nvSpPr>
        <p:spPr>
          <a:xfrm>
            <a:off x="4580017" y="659411"/>
            <a:ext cx="348900" cy="402000"/>
          </a:xfrm>
          <a:prstGeom prst="chevron">
            <a:avLst>
              <a:gd name="adj" fmla="val 50000"/>
            </a:avLst>
          </a:prstGeom>
          <a:solidFill>
            <a:srgbClr val="29B5E8"/>
          </a:solidFill>
          <a:ln>
            <a:noFill/>
          </a:ln>
        </p:spPr>
        <p:txBody>
          <a:bodyPr spcFirstLastPara="1" wrap="square" lIns="86850" tIns="43400" rIns="86850" bIns="434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0"/>
              <a:buFont typeface="Arial"/>
              <a:buNone/>
            </a:pPr>
            <a:endParaRPr sz="1329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36"/>
          <p:cNvSpPr txBox="1"/>
          <p:nvPr/>
        </p:nvSpPr>
        <p:spPr>
          <a:xfrm>
            <a:off x="4705771" y="525021"/>
            <a:ext cx="1981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100" b="0"/>
              <a:t/>
            </a:r>
            <a:endParaRPr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06" name="Google Shape;306;p36"/>
          <p:cNvSpPr txBox="1"/>
          <p:nvPr/>
        </p:nvSpPr>
        <p:spPr>
          <a:xfrm>
            <a:off x="7042932" y="4481995"/>
            <a:ext cx="1811400" cy="5040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36"/>
          <p:cNvSpPr/>
          <p:nvPr/>
        </p:nvSpPr>
        <p:spPr>
          <a:xfrm>
            <a:off x="6958506" y="925221"/>
            <a:ext cx="1981800" cy="35568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50" tIns="91425" rIns="73150" bIns="91425" anchor="ctr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" b="0"/>
              <a:t/>
            </a:r>
            <a:endParaRPr sz="1300" b="1">
              <a:solidFill>
                <a:srgbClr val="262626"/>
              </a:solidFill>
              <a:latin typeface="Lato" panose="020F0502020204030203" pitchFamily="34" charset="0"/>
              <a:ea typeface="Noto Sans KR"/>
              <a:cs typeface="Noto Sans KR"/>
              <a:sym typeface="Noto Sans KR"/>
            </a:endParaRPr>
          </a:p>
        </p:txBody>
      </p:sp>
      <p:sp>
        <p:nvSpPr>
          <p:cNvPr id="308" name="Google Shape;308;p36"/>
          <p:cNvSpPr/>
          <p:nvPr/>
        </p:nvSpPr>
        <p:spPr>
          <a:xfrm>
            <a:off x="6815976" y="659411"/>
            <a:ext cx="348900" cy="402000"/>
          </a:xfrm>
          <a:prstGeom prst="chevron">
            <a:avLst>
              <a:gd name="adj" fmla="val 50000"/>
            </a:avLst>
          </a:prstGeom>
          <a:solidFill>
            <a:srgbClr val="29B5E8"/>
          </a:solidFill>
          <a:ln>
            <a:noFill/>
          </a:ln>
        </p:spPr>
        <p:txBody>
          <a:bodyPr spcFirstLastPara="1" wrap="square" lIns="86850" tIns="43400" rIns="86850" bIns="434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0"/>
              <a:buFont typeface="Arial"/>
              <a:buNone/>
            </a:pPr>
            <a:endParaRPr sz="1329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36"/>
          <p:cNvSpPr txBox="1"/>
          <p:nvPr/>
        </p:nvSpPr>
        <p:spPr>
          <a:xfrm>
            <a:off x="6957731" y="525021"/>
            <a:ext cx="1981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sz="100" b="0"/>
              <a:t/>
            </a:r>
            <a:endParaRPr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0" name="Rounded Rectangle 309"/>
          <p:cNvSpPr/>
          <p:nvPr/>
        </p:nvSpPr>
        <p:spPr>
          <a:xfrm>
            <a:off x="251999" y="503999"/>
            <a:ext cx="1800000" cy="288000"/>
          </a:xfrm>
          <a:prstGeom prst="roundRect">
            <a:avLst>
              <a:gd name="adj" fmla="val 30000"/>
            </a:avLst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문제 정의</a:t>
            </a:r>
          </a:p>
        </p:txBody>
      </p:sp>
      <p:sp>
        <p:nvSpPr>
          <p:cNvPr id="311" name="Rounded Rectangle 310"/>
          <p:cNvSpPr/>
          <p:nvPr/>
        </p:nvSpPr>
        <p:spPr>
          <a:xfrm>
            <a:off x="2484000" y="503999"/>
            <a:ext cx="1800000" cy="288000"/>
          </a:xfrm>
          <a:prstGeom prst="roundRect">
            <a:avLst>
              <a:gd name="adj" fmla="val 30000"/>
            </a:avLst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가설</a:t>
            </a:r>
          </a:p>
        </p:txBody>
      </p:sp>
      <p:sp>
        <p:nvSpPr>
          <p:cNvPr id="312" name="Rounded Rectangle 311"/>
          <p:cNvSpPr/>
          <p:nvPr/>
        </p:nvSpPr>
        <p:spPr>
          <a:xfrm>
            <a:off x="4716000" y="503999"/>
            <a:ext cx="1800000" cy="288000"/>
          </a:xfrm>
          <a:prstGeom prst="roundRect">
            <a:avLst>
              <a:gd name="adj" fmla="val 30000"/>
            </a:avLst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아키텍처</a:t>
            </a:r>
          </a:p>
        </p:txBody>
      </p:sp>
      <p:sp>
        <p:nvSpPr>
          <p:cNvPr id="313" name="Rounded Rectangle 312"/>
          <p:cNvSpPr/>
          <p:nvPr/>
        </p:nvSpPr>
        <p:spPr>
          <a:xfrm>
            <a:off x="6948000" y="503999"/>
            <a:ext cx="1800000" cy="288000"/>
          </a:xfrm>
          <a:prstGeom prst="roundRect">
            <a:avLst>
              <a:gd name="adj" fmla="val 30000"/>
            </a:avLst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기술 스택</a:t>
            </a:r>
          </a:p>
        </p:txBody>
      </p:sp>
      <p:sp>
        <p:nvSpPr>
          <p:cNvPr id="314" name="Rounded Rectangle 313"/>
          <p:cNvSpPr/>
          <p:nvPr/>
        </p:nvSpPr>
        <p:spPr>
          <a:xfrm>
            <a:off x="4788000" y="1007999"/>
            <a:ext cx="1800000" cy="540000"/>
          </a:xfrm>
          <a:prstGeom prst="roundRect">
            <a:avLst/>
          </a:prstGeom>
          <a:solidFill>
            <a:srgbClr val="6366F1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Snowflake Marketplace</a:t>
            </a:r>
          </a:p>
          <a:p>
            <a:pPr algn="ctr"/>
            <a:r>
              <a:rPr sz="600">
                <a:solidFill>
                  <a:srgbClr val="DDDDDD"/>
                </a:solidFill>
              </a:rPr>
              <a:t>SPH · 리치고 · 아정당 (5개)</a:t>
            </a:r>
          </a:p>
        </p:txBody>
      </p:sp>
      <p:sp>
        <p:nvSpPr>
          <p:cNvPr id="315" name="Down Arrow 314"/>
          <p:cNvSpPr/>
          <p:nvPr/>
        </p:nvSpPr>
        <p:spPr>
          <a:xfrm>
            <a:off x="5598000" y="1583999"/>
            <a:ext cx="180000" cy="180000"/>
          </a:xfrm>
          <a:prstGeom prst="downArrow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Rounded Rectangle 315"/>
          <p:cNvSpPr/>
          <p:nvPr/>
        </p:nvSpPr>
        <p:spPr>
          <a:xfrm>
            <a:off x="4788000" y="1799999"/>
            <a:ext cx="1800000" cy="540000"/>
          </a:xfrm>
          <a:prstGeom prst="roundRect">
            <a:avLst/>
          </a:prstGeom>
          <a:solidFill>
            <a:srgbClr val="F0F0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333333"/>
                </a:solidFill>
              </a:rPr>
              <a:t>Snowflake SQL</a:t>
            </a:r>
          </a:p>
          <a:p>
            <a:pPr algn="ctr"/>
            <a:r>
              <a:rPr sz="600">
                <a:solidFill>
                  <a:srgbClr val="666666"/>
                </a:solidFill>
              </a:rPr>
              <a:t>전처리 + 핫플 점수 실시간 계산</a:t>
            </a:r>
          </a:p>
        </p:txBody>
      </p:sp>
      <p:sp>
        <p:nvSpPr>
          <p:cNvPr id="317" name="Down Arrow 316"/>
          <p:cNvSpPr/>
          <p:nvPr/>
        </p:nvSpPr>
        <p:spPr>
          <a:xfrm>
            <a:off x="5598000" y="2375999"/>
            <a:ext cx="180000" cy="180000"/>
          </a:xfrm>
          <a:prstGeom prst="downArrow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Rounded Rectangle 317"/>
          <p:cNvSpPr/>
          <p:nvPr/>
        </p:nvSpPr>
        <p:spPr>
          <a:xfrm>
            <a:off x="4788000" y="2591999"/>
            <a:ext cx="1800000" cy="540000"/>
          </a:xfrm>
          <a:prstGeom prst="roundRect">
            <a:avLst/>
          </a:prstGeom>
          <a:solidFill>
            <a:srgbClr val="F0F0F5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333333"/>
                </a:solidFill>
              </a:rPr>
              <a:t>Cortex AI (GPT-5-mini)</a:t>
            </a:r>
          </a:p>
          <a:p>
            <a:pPr algn="ctr"/>
            <a:r>
              <a:rPr sz="600">
                <a:solidFill>
                  <a:srgbClr val="666666"/>
                </a:solidFill>
              </a:rPr>
              <a:t>자연어 → SQL → 인사이트</a:t>
            </a:r>
          </a:p>
        </p:txBody>
      </p:sp>
      <p:sp>
        <p:nvSpPr>
          <p:cNvPr id="319" name="Down Arrow 318"/>
          <p:cNvSpPr/>
          <p:nvPr/>
        </p:nvSpPr>
        <p:spPr>
          <a:xfrm>
            <a:off x="5598000" y="3167999"/>
            <a:ext cx="180000" cy="180000"/>
          </a:xfrm>
          <a:prstGeom prst="downArrow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Rounded Rectangle 319"/>
          <p:cNvSpPr/>
          <p:nvPr/>
        </p:nvSpPr>
        <p:spPr>
          <a:xfrm>
            <a:off x="4788000" y="3383999"/>
            <a:ext cx="1800000" cy="540000"/>
          </a:xfrm>
          <a:prstGeom prst="roundRect">
            <a:avLst/>
          </a:prstGeom>
          <a:solidFill>
            <a:srgbClr val="6366F1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Streamlit in Snowflake</a:t>
            </a:r>
          </a:p>
          <a:p>
            <a:pPr algn="ctr"/>
            <a:r>
              <a:rPr sz="600">
                <a:solidFill>
                  <a:srgbClr val="DDDDDD"/>
                </a:solidFill>
              </a:rPr>
              <a:t>피드 / AI에이전트 / 디지털트윈</a:t>
            </a:r>
          </a:p>
        </p:txBody>
      </p:sp>
      <p:sp>
        <p:nvSpPr>
          <p:cNvPr id="321" name="Oval 320"/>
          <p:cNvSpPr/>
          <p:nvPr/>
        </p:nvSpPr>
        <p:spPr>
          <a:xfrm>
            <a:off x="7020000" y="1134000"/>
            <a:ext cx="180000" cy="180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7271999" y="1080000"/>
            <a:ext cx="1548000" cy="288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800" b="1"/>
              <a:t>Snowflake Marketplace</a:t>
            </a:r>
          </a:p>
        </p:txBody>
      </p:sp>
      <p:sp>
        <p:nvSpPr>
          <p:cNvPr id="323" name="Oval 322"/>
          <p:cNvSpPr/>
          <p:nvPr/>
        </p:nvSpPr>
        <p:spPr>
          <a:xfrm>
            <a:off x="7020000" y="1566000"/>
            <a:ext cx="180000" cy="180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7271999" y="1512000"/>
            <a:ext cx="1548000" cy="288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800" b="1"/>
              <a:t>Cortex AI (GPT-5-mini)</a:t>
            </a:r>
          </a:p>
        </p:txBody>
      </p:sp>
      <p:pic>
        <p:nvPicPr>
          <p:cNvPr id="325" name="Picture 324" descr="stream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0000" y="1944000"/>
            <a:ext cx="288000" cy="288000"/>
          </a:xfrm>
          <a:prstGeom prst="rect">
            <a:avLst/>
          </a:prstGeom>
        </p:spPr>
      </p:pic>
      <p:sp>
        <p:nvSpPr>
          <p:cNvPr id="326" name="TextBox 325"/>
          <p:cNvSpPr txBox="1"/>
          <p:nvPr/>
        </p:nvSpPr>
        <p:spPr>
          <a:xfrm>
            <a:off x="7380000" y="1944000"/>
            <a:ext cx="1440000" cy="288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800" b="1"/>
              <a:t>Streamlit</a:t>
            </a:r>
          </a:p>
        </p:txBody>
      </p:sp>
      <p:pic>
        <p:nvPicPr>
          <p:cNvPr id="327" name="Picture 326" descr="pyth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0000" y="2376000"/>
            <a:ext cx="288000" cy="288000"/>
          </a:xfrm>
          <a:prstGeom prst="rect">
            <a:avLst/>
          </a:prstGeom>
        </p:spPr>
      </p:pic>
      <p:sp>
        <p:nvSpPr>
          <p:cNvPr id="328" name="TextBox 327"/>
          <p:cNvSpPr txBox="1"/>
          <p:nvPr/>
        </p:nvSpPr>
        <p:spPr>
          <a:xfrm>
            <a:off x="7380000" y="2376000"/>
            <a:ext cx="1440000" cy="288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800" b="1"/>
              <a:t>Python 3.11</a:t>
            </a:r>
          </a:p>
        </p:txBody>
      </p:sp>
      <p:sp>
        <p:nvSpPr>
          <p:cNvPr id="329" name="Oval 328"/>
          <p:cNvSpPr/>
          <p:nvPr/>
        </p:nvSpPr>
        <p:spPr>
          <a:xfrm>
            <a:off x="7020000" y="2862000"/>
            <a:ext cx="180000" cy="180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7271999" y="2808000"/>
            <a:ext cx="1548000" cy="288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800" b="1"/>
              <a:t>PyDeck 3D / Plotly</a:t>
            </a:r>
          </a:p>
        </p:txBody>
      </p:sp>
      <p:sp>
        <p:nvSpPr>
          <p:cNvPr id="331" name="Rounded Rectangle 330"/>
          <p:cNvSpPr/>
          <p:nvPr/>
        </p:nvSpPr>
        <p:spPr>
          <a:xfrm>
            <a:off x="7020000" y="3348000"/>
            <a:ext cx="1620000" cy="251999"/>
          </a:xfrm>
          <a:prstGeom prst="roundRect">
            <a:avLst>
              <a:gd name="adj" fmla="val 30000"/>
            </a:avLst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100% Snowflake Native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7"/>
          <p:cNvSpPr txBox="1"/>
          <p:nvPr/>
        </p:nvSpPr>
        <p:spPr>
          <a:xfrm>
            <a:off x="363048" y="2108950"/>
            <a:ext cx="8180700" cy="5760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37"/>
          <p:cNvSpPr/>
          <p:nvPr/>
        </p:nvSpPr>
        <p:spPr>
          <a:xfrm>
            <a:off x="234825" y="926650"/>
            <a:ext cx="8488200" cy="1182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50" tIns="91425" rIns="73150" bIns="91425" anchor="ctr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/>
              <a:t>5개 선행지표(방문인구 25% · 카페매출 20% · 유동인구 20% · 매매가 20% · 신규설치 15%)를 가중합하여 핫플 점수 산출</a:t>
            </a:r>
            <a:endParaRPr sz="1100" dirty="0">
              <a:latin typeface="Lato" panose="020F0502020204030203" pitchFamily="34" charset="0"/>
            </a:endParaRPr>
          </a:p>
          <a:p>
            <a:r>
              <a:rPr sz="800" b="0"/>
              <a:t>월별 상위/하위 동네를 자동 탐지하고, '왜 올랐을까?' 변동 원인을 구체적 수치(유동인구 -5.3%, 카드매출 +92.8%)와 함께 자동 분석</a:t>
            </a:r>
          </a:p>
          <a:p>
            <a:r>
              <a:rPr sz="800" b="0"/>
              <a:t>월별 누적 점수 추이 차트로 장기 상권 트렌드 파악 | 서울 3개구 118개 법정동 x 59개월 = 6,962건 Snowflake 실시간 계산</a:t>
            </a:r>
          </a:p>
        </p:txBody>
      </p:sp>
      <p:sp>
        <p:nvSpPr>
          <p:cNvPr id="316" name="Google Shape;316;p37"/>
          <p:cNvSpPr/>
          <p:nvPr/>
        </p:nvSpPr>
        <p:spPr>
          <a:xfrm>
            <a:off x="108295" y="660841"/>
            <a:ext cx="348900" cy="402000"/>
          </a:xfrm>
          <a:prstGeom prst="chevron">
            <a:avLst>
              <a:gd name="adj" fmla="val 50000"/>
            </a:avLst>
          </a:prstGeom>
          <a:solidFill>
            <a:srgbClr val="29B5E8"/>
          </a:solidFill>
          <a:ln>
            <a:noFill/>
          </a:ln>
        </p:spPr>
        <p:txBody>
          <a:bodyPr spcFirstLastPara="1" wrap="square" lIns="86850" tIns="43400" rIns="86850" bIns="434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0"/>
              <a:buFont typeface="Arial"/>
              <a:buNone/>
            </a:pPr>
            <a:endParaRPr sz="1329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37"/>
          <p:cNvSpPr txBox="1"/>
          <p:nvPr/>
        </p:nvSpPr>
        <p:spPr>
          <a:xfrm>
            <a:off x="200872" y="589576"/>
            <a:ext cx="1981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핵심 분석 인사이트</a:t>
            </a:r>
            <a:endParaRPr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8" name="Google Shape;318;p37"/>
          <p:cNvSpPr txBox="1"/>
          <p:nvPr/>
        </p:nvSpPr>
        <p:spPr>
          <a:xfrm>
            <a:off x="234049" y="71750"/>
            <a:ext cx="6455347" cy="6529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2200" b="1"/>
              <a:t>인사이트 피드 — 다음에 뜰 동네 예측</a:t>
            </a:r>
            <a:endParaRPr sz="2600" b="1" dirty="0">
              <a:solidFill>
                <a:schemeClr val="dk1"/>
              </a:solidFill>
              <a:latin typeface="Lato" panose="020F0502020204030203" pitchFamily="34" charset="0"/>
              <a:ea typeface="Noto Sans KR" panose="020B0200000000000000" pitchFamily="50" charset="-127"/>
            </a:endParaRPr>
          </a:p>
        </p:txBody>
      </p:sp>
      <p:sp>
        <p:nvSpPr>
          <p:cNvPr id="319" name="Google Shape;319;p37"/>
          <p:cNvSpPr txBox="1"/>
          <p:nvPr/>
        </p:nvSpPr>
        <p:spPr>
          <a:xfrm>
            <a:off x="4854874" y="4657500"/>
            <a:ext cx="3750000" cy="5760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37"/>
          <p:cNvSpPr/>
          <p:nvPr/>
        </p:nvSpPr>
        <p:spPr>
          <a:xfrm>
            <a:off x="4796100" y="2647075"/>
            <a:ext cx="3890700" cy="2010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50" tIns="91425" rIns="73150" bIns="91425" anchor="ctr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/>
              <a:t>Phase 1: 데이터 확장</a:t>
            </a:r>
            <a:endParaRPr sz="1100"/>
          </a:p>
          <a:p>
            <a:r>
              <a:rPr sz="800" b="0">
                <a:solidFill>
                  <a:srgbClr val="666666"/>
                </a:solidFill>
              </a:rPr>
              <a:t>서울 전역 → 수도권 → 전국 35,000개+ 법정동</a:t>
            </a:r>
          </a:p>
          <a:p>
            <a:r>
              <a:rPr sz="800" b="0">
                <a:solidFill>
                  <a:srgbClr val="666666"/>
                </a:solidFill>
              </a:rPr>
              <a:t>Snowflake Marketplace 추가 데이터셋 연동</a:t>
            </a:r>
          </a:p>
          <a:p>
            <a:r>
              <a:rPr sz="400" b="0"/>
              <a:t/>
            </a:r>
          </a:p>
          <a:p>
            <a:r>
              <a:rPr sz="900" b="1"/>
              <a:t>Phase 2: 예측 모델 고도화</a:t>
            </a:r>
          </a:p>
          <a:p>
            <a:r>
              <a:rPr sz="800" b="0">
                <a:solidFill>
                  <a:srgbClr val="666666"/>
                </a:solidFill>
              </a:rPr>
              <a:t>전월대비 변동률 → Snowpark ML 시계열 예측</a:t>
            </a:r>
          </a:p>
          <a:p>
            <a:r>
              <a:rPr sz="800" b="0">
                <a:solidFill>
                  <a:srgbClr val="666666"/>
                </a:solidFill>
              </a:rPr>
              <a:t>3~6개월 후 핫플 점수 예측</a:t>
            </a:r>
          </a:p>
          <a:p>
            <a:r>
              <a:rPr sz="400" b="0"/>
              <a:t/>
            </a:r>
          </a:p>
          <a:p>
            <a:r>
              <a:rPr sz="900" b="1"/>
              <a:t>Phase 3: 실시간 데이터 연동</a:t>
            </a:r>
          </a:p>
          <a:p>
            <a:r>
              <a:rPr sz="800" b="0">
                <a:solidFill>
                  <a:srgbClr val="666666"/>
                </a:solidFill>
              </a:rPr>
              <a:t>배달앱·SNS 주문량/언급량 추가</a:t>
            </a:r>
          </a:p>
          <a:p>
            <a:r>
              <a:rPr sz="800" b="0">
                <a:solidFill>
                  <a:srgbClr val="666666"/>
                </a:solidFill>
              </a:rPr>
              <a:t>실시간 상권 트렌드 반영</a:t>
            </a:r>
          </a:p>
        </p:txBody>
      </p:sp>
      <p:sp>
        <p:nvSpPr>
          <p:cNvPr id="321" name="Google Shape;321;p37"/>
          <p:cNvSpPr/>
          <p:nvPr/>
        </p:nvSpPr>
        <p:spPr>
          <a:xfrm>
            <a:off x="4615020" y="2406378"/>
            <a:ext cx="348900" cy="402000"/>
          </a:xfrm>
          <a:prstGeom prst="chevron">
            <a:avLst>
              <a:gd name="adj" fmla="val 50000"/>
            </a:avLst>
          </a:prstGeom>
          <a:solidFill>
            <a:srgbClr val="29B5E8"/>
          </a:solidFill>
          <a:ln>
            <a:noFill/>
          </a:ln>
        </p:spPr>
        <p:txBody>
          <a:bodyPr spcFirstLastPara="1" wrap="square" lIns="86850" tIns="43400" rIns="86850" bIns="434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0"/>
              <a:buFont typeface="Arial"/>
              <a:buNone/>
            </a:pPr>
            <a:endParaRPr sz="1329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37"/>
          <p:cNvSpPr txBox="1"/>
          <p:nvPr/>
        </p:nvSpPr>
        <p:spPr>
          <a:xfrm>
            <a:off x="4707597" y="2335114"/>
            <a:ext cx="1981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Noto Sans KR" panose="020B0200000000000000" pitchFamily="50" charset="-127"/>
                <a:ea typeface="Noto Sans KR" panose="020B0200000000000000" pitchFamily="50" charset="-127"/>
              </a:rPr>
              <a:t>향후 실행 방안 제안</a:t>
            </a:r>
            <a:endParaRPr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3" name="Google Shape;323;p37"/>
          <p:cNvSpPr txBox="1"/>
          <p:nvPr/>
        </p:nvSpPr>
        <p:spPr>
          <a:xfrm>
            <a:off x="380642" y="4657513"/>
            <a:ext cx="3750000" cy="5760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37"/>
          <p:cNvSpPr/>
          <p:nvPr/>
        </p:nvSpPr>
        <p:spPr>
          <a:xfrm>
            <a:off x="321868" y="2647088"/>
            <a:ext cx="3890700" cy="2010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50" tIns="91425" rIns="73150" bIns="91425" anchor="ctr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/>
              <a:t>자영업자 입지 선정 혁신</a:t>
            </a:r>
            <a:endParaRPr sz="1100"/>
          </a:p>
          <a:p>
            <a:r>
              <a:rPr sz="800" b="0">
                <a:solidFill>
                  <a:srgbClr val="666666"/>
                </a:solidFill>
              </a:rPr>
              <a:t>감이 아닌 데이터 근거로 '어디에 가게를 열까' 판단</a:t>
            </a:r>
          </a:p>
          <a:p>
            <a:r>
              <a:rPr sz="800" b="0">
                <a:solidFill>
                  <a:srgbClr val="666666"/>
                </a:solidFill>
              </a:rPr>
              <a:t>잘못된 입지 선정으로 인한 폐업률 감소 기대</a:t>
            </a:r>
          </a:p>
          <a:p>
            <a:r>
              <a:rPr sz="400" b="0"/>
              <a:t/>
            </a:r>
          </a:p>
          <a:p>
            <a:r>
              <a:rPr sz="900" b="1"/>
              <a:t>상권 변화 조기 포착</a:t>
            </a:r>
          </a:p>
          <a:p>
            <a:r>
              <a:rPr sz="800" b="0">
                <a:solidFill>
                  <a:srgbClr val="666666"/>
                </a:solidFill>
              </a:rPr>
              <a:t>월별 시그널 추적으로 상권 성장/쇠퇴를 6~12개월 전 감지</a:t>
            </a:r>
          </a:p>
          <a:p>
            <a:r>
              <a:rPr sz="800" b="0">
                <a:solidFill>
                  <a:srgbClr val="666666"/>
                </a:solidFill>
              </a:rPr>
              <a:t>기존 임대계약 갱신·철수 의사결정에 선제적 대응</a:t>
            </a:r>
          </a:p>
          <a:p>
            <a:r>
              <a:rPr sz="400" b="0"/>
              <a:t/>
            </a:r>
          </a:p>
          <a:p>
            <a:r>
              <a:rPr sz="900" b="1"/>
              <a:t>투자·정책 의사결정 지원</a:t>
            </a:r>
          </a:p>
          <a:p>
            <a:r>
              <a:rPr sz="800" b="0">
                <a:solidFill>
                  <a:srgbClr val="666666"/>
                </a:solidFill>
              </a:rPr>
              <a:t>부동산 투자자: 상권 성장 시그널 기반 투자 타이밍 포착</a:t>
            </a:r>
          </a:p>
          <a:p>
            <a:r>
              <a:rPr sz="800" b="0">
                <a:solidFill>
                  <a:srgbClr val="666666"/>
                </a:solidFill>
              </a:rPr>
              <a:t>지자체: 상권 활성화 정책 수립 시 객관적 근거 자료 활용</a:t>
            </a:r>
          </a:p>
        </p:txBody>
      </p:sp>
      <p:sp>
        <p:nvSpPr>
          <p:cNvPr id="325" name="Google Shape;325;p37"/>
          <p:cNvSpPr/>
          <p:nvPr/>
        </p:nvSpPr>
        <p:spPr>
          <a:xfrm>
            <a:off x="140788" y="2406391"/>
            <a:ext cx="348900" cy="402000"/>
          </a:xfrm>
          <a:prstGeom prst="chevron">
            <a:avLst>
              <a:gd name="adj" fmla="val 50000"/>
            </a:avLst>
          </a:prstGeom>
          <a:solidFill>
            <a:srgbClr val="29B5E8"/>
          </a:solidFill>
          <a:ln>
            <a:noFill/>
          </a:ln>
        </p:spPr>
        <p:txBody>
          <a:bodyPr spcFirstLastPara="1" wrap="square" lIns="86850" tIns="43400" rIns="86850" bIns="434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0"/>
              <a:buFont typeface="Arial"/>
              <a:buNone/>
            </a:pPr>
            <a:endParaRPr sz="1329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37"/>
          <p:cNvSpPr txBox="1"/>
          <p:nvPr/>
        </p:nvSpPr>
        <p:spPr>
          <a:xfrm>
            <a:off x="-93261" y="2335126"/>
            <a:ext cx="1981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Noto Sans KR" panose="020B0200000000000000" pitchFamily="50" charset="-127"/>
                <a:ea typeface="Noto Sans KR" panose="020B0200000000000000" pitchFamily="50" charset="-127"/>
              </a:rPr>
              <a:t>기대 효과</a:t>
            </a:r>
            <a:endParaRPr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8"/>
          <p:cNvSpPr txBox="1"/>
          <p:nvPr/>
        </p:nvSpPr>
        <p:spPr>
          <a:xfrm>
            <a:off x="363048" y="2108950"/>
            <a:ext cx="8180700" cy="5760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38"/>
          <p:cNvSpPr/>
          <p:nvPr/>
        </p:nvSpPr>
        <p:spPr>
          <a:xfrm>
            <a:off x="234825" y="926650"/>
            <a:ext cx="8488200" cy="1182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50" tIns="91425" rIns="73150" bIns="91425" anchor="ctr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/>
              <a:t>Cortex AI(GPT-5-mini)로 자연어 질문을 자동 SQL 변환 → Snowflake에서 직접 실행 → 즉시 결과 제공</a:t>
            </a:r>
            <a:endParaRPr sz="1100">
              <a:latin typeface="Lato" panose="020F0502020204030203" pitchFamily="34" charset="0"/>
            </a:endParaRPr>
          </a:p>
          <a:p>
            <a:r>
              <a:rPr sz="800" b="0"/>
              <a:t>의도 분류(lookup/compare/trend/simulate) 기반 맥락 분석 자동 수행 + 대화 히스토리로 후속 질문 연속 처리</a:t>
            </a:r>
          </a:p>
          <a:p>
            <a:r>
              <a:rPr sz="800" b="0">
                <a:solidFill>
                  <a:srgbClr val="666666"/>
                </a:solidFill>
              </a:rPr>
              <a:t>"중구에서 카페 매출 가장 높은 동네는?" / "서초구 반포동 유동인구 추이 알려줘" / "영등포구 핫플 점수 비교해줘"</a:t>
            </a:r>
          </a:p>
        </p:txBody>
      </p:sp>
      <p:sp>
        <p:nvSpPr>
          <p:cNvPr id="333" name="Google Shape;333;p38"/>
          <p:cNvSpPr/>
          <p:nvPr/>
        </p:nvSpPr>
        <p:spPr>
          <a:xfrm>
            <a:off x="108295" y="660841"/>
            <a:ext cx="348900" cy="402000"/>
          </a:xfrm>
          <a:prstGeom prst="chevron">
            <a:avLst>
              <a:gd name="adj" fmla="val 50000"/>
            </a:avLst>
          </a:prstGeom>
          <a:solidFill>
            <a:srgbClr val="29B5E8"/>
          </a:solidFill>
          <a:ln>
            <a:noFill/>
          </a:ln>
        </p:spPr>
        <p:txBody>
          <a:bodyPr spcFirstLastPara="1" wrap="square" lIns="86850" tIns="43400" rIns="86850" bIns="434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0"/>
              <a:buFont typeface="Arial"/>
              <a:buNone/>
            </a:pPr>
            <a:endParaRPr sz="1329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38"/>
          <p:cNvSpPr txBox="1"/>
          <p:nvPr/>
        </p:nvSpPr>
        <p:spPr>
          <a:xfrm>
            <a:off x="200872" y="589576"/>
            <a:ext cx="1981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핵심 분석 인사이트</a:t>
            </a:r>
            <a:endParaRPr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5" name="Google Shape;335;p38"/>
          <p:cNvSpPr txBox="1"/>
          <p:nvPr/>
        </p:nvSpPr>
        <p:spPr>
          <a:xfrm>
            <a:off x="234050" y="71750"/>
            <a:ext cx="5609700" cy="6529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2200" b="1"/>
              <a:t>AI 에이전트 — 자연어로 상권 분석</a:t>
            </a:r>
            <a:endParaRPr sz="2600" b="1" dirty="0">
              <a:solidFill>
                <a:schemeClr val="dk1"/>
              </a:solidFill>
              <a:latin typeface="Lato" panose="020F0502020204030203" pitchFamily="34" charset="0"/>
            </a:endParaRPr>
          </a:p>
        </p:txBody>
      </p:sp>
      <p:sp>
        <p:nvSpPr>
          <p:cNvPr id="336" name="Google Shape;336;p38"/>
          <p:cNvSpPr txBox="1"/>
          <p:nvPr/>
        </p:nvSpPr>
        <p:spPr>
          <a:xfrm>
            <a:off x="4854874" y="4657500"/>
            <a:ext cx="3750000" cy="5760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38"/>
          <p:cNvSpPr/>
          <p:nvPr/>
        </p:nvSpPr>
        <p:spPr>
          <a:xfrm>
            <a:off x="4796100" y="2647075"/>
            <a:ext cx="3890700" cy="2010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50" tIns="91425" rIns="73150" bIns="91425" anchor="ctr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/>
              <a:t>시뮬레이션 질의 지원</a:t>
            </a:r>
            <a:endParaRPr sz="1100"/>
          </a:p>
          <a:p>
            <a:r>
              <a:rPr sz="800" b="0">
                <a:solidFill>
                  <a:srgbClr val="666666"/>
                </a:solidFill>
              </a:rPr>
              <a:t>"카페 열면 예상 월 매출은?" 가상 시나리오</a:t>
            </a:r>
          </a:p>
          <a:p>
            <a:r>
              <a:rPr sz="800" b="0">
                <a:solidFill>
                  <a:srgbClr val="666666"/>
                </a:solidFill>
              </a:rPr>
              <a:t>핫플 점수 기반 매출 예측 모델 연동</a:t>
            </a:r>
          </a:p>
          <a:p>
            <a:r>
              <a:rPr sz="400" b="0"/>
              <a:t/>
            </a:r>
          </a:p>
          <a:p>
            <a:r>
              <a:rPr sz="900" b="1"/>
              <a:t>멀티모달 출력 강화</a:t>
            </a:r>
          </a:p>
          <a:p>
            <a:r>
              <a:rPr sz="800" b="0">
                <a:solidFill>
                  <a:srgbClr val="666666"/>
                </a:solidFill>
              </a:rPr>
              <a:t>차트·지도·비교 테이블 자동 생성</a:t>
            </a:r>
          </a:p>
          <a:p>
            <a:r>
              <a:rPr sz="800" b="0">
                <a:solidFill>
                  <a:srgbClr val="666666"/>
                </a:solidFill>
              </a:rPr>
              <a:t>Streamlit 위젯과 인터랙티브 연동</a:t>
            </a:r>
          </a:p>
          <a:p>
            <a:r>
              <a:rPr sz="400" b="0"/>
              <a:t/>
            </a:r>
          </a:p>
          <a:p>
            <a:r>
              <a:rPr sz="900" b="1"/>
              <a:t>B2B 서비스화</a:t>
            </a:r>
          </a:p>
          <a:p>
            <a:r>
              <a:rPr sz="800" b="0">
                <a:solidFill>
                  <a:srgbClr val="666666"/>
                </a:solidFill>
              </a:rPr>
              <a:t>프랜차이즈 본사: 출점 후보지 자동 추천 API</a:t>
            </a:r>
          </a:p>
          <a:p>
            <a:r>
              <a:rPr sz="800" b="0">
                <a:solidFill>
                  <a:srgbClr val="666666"/>
                </a:solidFill>
              </a:rPr>
              <a:t>부동산 중개업체: 상권 분석 리포트 자동 생성</a:t>
            </a:r>
          </a:p>
        </p:txBody>
      </p:sp>
      <p:sp>
        <p:nvSpPr>
          <p:cNvPr id="338" name="Google Shape;338;p38"/>
          <p:cNvSpPr/>
          <p:nvPr/>
        </p:nvSpPr>
        <p:spPr>
          <a:xfrm>
            <a:off x="4615020" y="2406378"/>
            <a:ext cx="348900" cy="402000"/>
          </a:xfrm>
          <a:prstGeom prst="chevron">
            <a:avLst>
              <a:gd name="adj" fmla="val 50000"/>
            </a:avLst>
          </a:prstGeom>
          <a:solidFill>
            <a:srgbClr val="29B5E8"/>
          </a:solidFill>
          <a:ln>
            <a:noFill/>
          </a:ln>
        </p:spPr>
        <p:txBody>
          <a:bodyPr spcFirstLastPara="1" wrap="square" lIns="86850" tIns="43400" rIns="86850" bIns="434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0"/>
              <a:buFont typeface="Arial"/>
              <a:buNone/>
            </a:pPr>
            <a:endParaRPr sz="1329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38"/>
          <p:cNvSpPr txBox="1"/>
          <p:nvPr/>
        </p:nvSpPr>
        <p:spPr>
          <a:xfrm>
            <a:off x="4707597" y="2335114"/>
            <a:ext cx="1981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Noto Sans KR" panose="020B0200000000000000" pitchFamily="50" charset="-127"/>
                <a:ea typeface="Noto Sans KR" panose="020B0200000000000000" pitchFamily="50" charset="-127"/>
              </a:rPr>
              <a:t>향후 실행 방안 제안</a:t>
            </a:r>
            <a:endParaRPr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40" name="Google Shape;340;p38"/>
          <p:cNvSpPr txBox="1"/>
          <p:nvPr/>
        </p:nvSpPr>
        <p:spPr>
          <a:xfrm>
            <a:off x="380642" y="4657513"/>
            <a:ext cx="3750000" cy="5760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38"/>
          <p:cNvSpPr/>
          <p:nvPr/>
        </p:nvSpPr>
        <p:spPr>
          <a:xfrm>
            <a:off x="321868" y="2647088"/>
            <a:ext cx="3890700" cy="2010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50" tIns="91425" rIns="73150" bIns="91425" anchor="ctr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/>
              <a:t>데이터 분석 민주화</a:t>
            </a:r>
            <a:endParaRPr sz="1100"/>
          </a:p>
          <a:p>
            <a:r>
              <a:rPr sz="800" b="0">
                <a:solidFill>
                  <a:srgbClr val="666666"/>
                </a:solidFill>
              </a:rPr>
              <a:t>SQL·코딩 없이 자연어로 누구나 상권 데이터 분석</a:t>
            </a:r>
          </a:p>
          <a:p>
            <a:r>
              <a:rPr sz="800" b="0">
                <a:solidFill>
                  <a:srgbClr val="666666"/>
                </a:solidFill>
              </a:rPr>
              <a:t>데이터 분석가 없는 소상공인도 직접 인사이트 도출</a:t>
            </a:r>
          </a:p>
          <a:p>
            <a:r>
              <a:rPr sz="400" b="0"/>
              <a:t/>
            </a:r>
          </a:p>
          <a:p>
            <a:r>
              <a:rPr sz="900" b="1"/>
              <a:t>의사결정 속도 99% 단축</a:t>
            </a:r>
          </a:p>
          <a:p>
            <a:r>
              <a:rPr sz="800" b="0">
                <a:solidFill>
                  <a:srgbClr val="666666"/>
                </a:solidFill>
              </a:rPr>
              <a:t>기존: 수집→정제→분석→보고 (수 시간~수 일)</a:t>
            </a:r>
          </a:p>
          <a:p>
            <a:r>
              <a:rPr sz="800" b="0">
                <a:solidFill>
                  <a:srgbClr val="666666"/>
                </a:solidFill>
              </a:rPr>
              <a:t>AI 에이전트: 질문→답변 (수 초)</a:t>
            </a:r>
          </a:p>
          <a:p>
            <a:r>
              <a:rPr sz="400" b="0"/>
              <a:t/>
            </a:r>
          </a:p>
          <a:p>
            <a:r>
              <a:rPr sz="900" b="1"/>
              <a:t>맥락 기반 심층 분석</a:t>
            </a:r>
          </a:p>
          <a:p>
            <a:r>
              <a:rPr sz="800" b="0">
                <a:solidFill>
                  <a:srgbClr val="666666"/>
                </a:solidFill>
              </a:rPr>
              <a:t>대화형으로 점점 깊은 분석 수행</a:t>
            </a:r>
          </a:p>
          <a:p>
            <a:r>
              <a:rPr sz="800" b="0">
                <a:solidFill>
                  <a:srgbClr val="666666"/>
                </a:solidFill>
              </a:rPr>
              <a:t>이전 답변 맥락 유지하여 연속적 의사결정</a:t>
            </a:r>
          </a:p>
        </p:txBody>
      </p:sp>
      <p:sp>
        <p:nvSpPr>
          <p:cNvPr id="342" name="Google Shape;342;p38"/>
          <p:cNvSpPr/>
          <p:nvPr/>
        </p:nvSpPr>
        <p:spPr>
          <a:xfrm>
            <a:off x="140788" y="2406391"/>
            <a:ext cx="348900" cy="402000"/>
          </a:xfrm>
          <a:prstGeom prst="chevron">
            <a:avLst>
              <a:gd name="adj" fmla="val 50000"/>
            </a:avLst>
          </a:prstGeom>
          <a:solidFill>
            <a:srgbClr val="29B5E8"/>
          </a:solidFill>
          <a:ln>
            <a:noFill/>
          </a:ln>
        </p:spPr>
        <p:txBody>
          <a:bodyPr spcFirstLastPara="1" wrap="square" lIns="86850" tIns="43400" rIns="86850" bIns="434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0"/>
              <a:buFont typeface="Arial"/>
              <a:buNone/>
            </a:pPr>
            <a:endParaRPr sz="1329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38"/>
          <p:cNvSpPr txBox="1"/>
          <p:nvPr/>
        </p:nvSpPr>
        <p:spPr>
          <a:xfrm>
            <a:off x="-93261" y="2335126"/>
            <a:ext cx="1981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Noto Sans KR" panose="020B0200000000000000" pitchFamily="50" charset="-127"/>
                <a:ea typeface="Noto Sans KR" panose="020B0200000000000000" pitchFamily="50" charset="-127"/>
              </a:rPr>
              <a:t>기대 효과</a:t>
            </a:r>
            <a:endParaRPr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9"/>
          <p:cNvSpPr txBox="1"/>
          <p:nvPr/>
        </p:nvSpPr>
        <p:spPr>
          <a:xfrm>
            <a:off x="363048" y="2108950"/>
            <a:ext cx="8180700" cy="5760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9" name="Google Shape;349;p39"/>
          <p:cNvSpPr/>
          <p:nvPr/>
        </p:nvSpPr>
        <p:spPr>
          <a:xfrm>
            <a:off x="234825" y="926650"/>
            <a:ext cx="8488200" cy="1182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50" tIns="91425" rIns="73150" bIns="91425" anchor="ctr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0"/>
              <a:t>실제 유동인구·소득·소비 데이터 기반 합성 시민을 생성하고 시간대별 거주지→직장→상권 이동을 PyDeck 3D로 시뮬레이션</a:t>
            </a:r>
            <a:endParaRPr sz="1100">
              <a:latin typeface="Lato" panose="020F0502020204030203" pitchFamily="34" charset="0"/>
            </a:endParaRPr>
          </a:p>
          <a:p>
            <a:r>
              <a:rPr sz="800" b="0"/>
              <a:t>6가지 라이프스타일(싱글/신혼/영유아/청소년/성인자녀/실버) 기반 행동 패턴 반영 — 유형별 소비·이동·활동 시간대 차별화</a:t>
            </a:r>
          </a:p>
          <a:p>
            <a:r>
              <a:rPr sz="800" b="0">
                <a:solidFill>
                  <a:srgbClr val="666666"/>
                </a:solidFill>
              </a:rPr>
              <a:t>"오전 11시에 서초동에 어떤 사람들이 모이는가?" / "퇴근 시간대 중구 상권의 주요 고객층은?" — 직관적 시각 확인</a:t>
            </a:r>
          </a:p>
        </p:txBody>
      </p:sp>
      <p:sp>
        <p:nvSpPr>
          <p:cNvPr id="350" name="Google Shape;350;p39"/>
          <p:cNvSpPr/>
          <p:nvPr/>
        </p:nvSpPr>
        <p:spPr>
          <a:xfrm>
            <a:off x="108295" y="660841"/>
            <a:ext cx="348900" cy="402000"/>
          </a:xfrm>
          <a:prstGeom prst="chevron">
            <a:avLst>
              <a:gd name="adj" fmla="val 50000"/>
            </a:avLst>
          </a:prstGeom>
          <a:solidFill>
            <a:srgbClr val="29B5E8"/>
          </a:solidFill>
          <a:ln>
            <a:noFill/>
          </a:ln>
        </p:spPr>
        <p:txBody>
          <a:bodyPr spcFirstLastPara="1" wrap="square" lIns="86850" tIns="43400" rIns="86850" bIns="434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0"/>
              <a:buFont typeface="Arial"/>
              <a:buNone/>
            </a:pPr>
            <a:endParaRPr sz="1329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39"/>
          <p:cNvSpPr txBox="1"/>
          <p:nvPr/>
        </p:nvSpPr>
        <p:spPr>
          <a:xfrm>
            <a:off x="200872" y="589576"/>
            <a:ext cx="1981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핵심 분석 인사이트</a:t>
            </a:r>
            <a:endParaRPr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2" name="Google Shape;352;p39"/>
          <p:cNvSpPr txBox="1"/>
          <p:nvPr/>
        </p:nvSpPr>
        <p:spPr>
          <a:xfrm>
            <a:off x="234050" y="71750"/>
            <a:ext cx="5609700" cy="6529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8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sz="2200" b="1"/>
              <a:t>디지털 트윈 — 살아있는 서울</a:t>
            </a:r>
            <a:endParaRPr sz="2600" b="1">
              <a:solidFill>
                <a:schemeClr val="dk1"/>
              </a:solidFill>
              <a:latin typeface="Lato" panose="020F0502020204030203" pitchFamily="34" charset="0"/>
            </a:endParaRPr>
          </a:p>
        </p:txBody>
      </p:sp>
      <p:sp>
        <p:nvSpPr>
          <p:cNvPr id="353" name="Google Shape;353;p39"/>
          <p:cNvSpPr txBox="1"/>
          <p:nvPr/>
        </p:nvSpPr>
        <p:spPr>
          <a:xfrm>
            <a:off x="4854874" y="4657500"/>
            <a:ext cx="3750000" cy="5760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39"/>
          <p:cNvSpPr/>
          <p:nvPr/>
        </p:nvSpPr>
        <p:spPr>
          <a:xfrm>
            <a:off x="4796100" y="2647075"/>
            <a:ext cx="3890700" cy="2010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50" tIns="91425" rIns="73150" bIns="91425" anchor="ctr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/>
              <a:t>What-if 시뮬레이션</a:t>
            </a:r>
            <a:endParaRPr sz="1100"/>
          </a:p>
          <a:p>
            <a:r>
              <a:rPr sz="800" b="0">
                <a:solidFill>
                  <a:srgbClr val="666666"/>
                </a:solidFill>
              </a:rPr>
              <a:t>"지하철역 신설 시 유동인구 변화 예측"</a:t>
            </a:r>
          </a:p>
          <a:p>
            <a:r>
              <a:rPr sz="800" b="0">
                <a:solidFill>
                  <a:srgbClr val="666666"/>
                </a:solidFill>
              </a:rPr>
              <a:t>"대형 오피스 입주 시 상권 변화"</a:t>
            </a:r>
          </a:p>
          <a:p>
            <a:r>
              <a:rPr sz="400" b="0"/>
              <a:t/>
            </a:r>
          </a:p>
          <a:p>
            <a:r>
              <a:rPr sz="900" b="1"/>
              <a:t>실시간 GPS 연동</a:t>
            </a:r>
          </a:p>
          <a:p>
            <a:r>
              <a:rPr sz="800" b="0">
                <a:solidFill>
                  <a:srgbClr val="666666"/>
                </a:solidFill>
              </a:rPr>
              <a:t>통신사 위치 데이터로 실제 이동 반영</a:t>
            </a:r>
          </a:p>
          <a:p>
            <a:r>
              <a:rPr sz="800" b="0">
                <a:solidFill>
                  <a:srgbClr val="666666"/>
                </a:solidFill>
              </a:rPr>
              <a:t>합성→실제 시민 데이터로 정확도 향상</a:t>
            </a:r>
          </a:p>
          <a:p>
            <a:r>
              <a:rPr sz="400" b="0"/>
              <a:t/>
            </a:r>
          </a:p>
          <a:p>
            <a:r>
              <a:rPr sz="900" b="1"/>
              <a:t>확장현실(XR) 연계</a:t>
            </a:r>
          </a:p>
          <a:p>
            <a:r>
              <a:rPr sz="800" b="0">
                <a:solidFill>
                  <a:srgbClr val="666666"/>
                </a:solidFill>
              </a:rPr>
              <a:t>VR: 가상 공간에서 상권 입지 체험</a:t>
            </a:r>
          </a:p>
          <a:p>
            <a:r>
              <a:rPr sz="800" b="0">
                <a:solidFill>
                  <a:srgbClr val="666666"/>
                </a:solidFill>
              </a:rPr>
              <a:t>AR: 현장에서 실시간 상권 데이터 오버레이</a:t>
            </a:r>
          </a:p>
        </p:txBody>
      </p:sp>
      <p:sp>
        <p:nvSpPr>
          <p:cNvPr id="355" name="Google Shape;355;p39"/>
          <p:cNvSpPr/>
          <p:nvPr/>
        </p:nvSpPr>
        <p:spPr>
          <a:xfrm>
            <a:off x="4615020" y="2406378"/>
            <a:ext cx="348900" cy="402000"/>
          </a:xfrm>
          <a:prstGeom prst="chevron">
            <a:avLst>
              <a:gd name="adj" fmla="val 50000"/>
            </a:avLst>
          </a:prstGeom>
          <a:solidFill>
            <a:srgbClr val="29B5E8"/>
          </a:solidFill>
          <a:ln>
            <a:noFill/>
          </a:ln>
        </p:spPr>
        <p:txBody>
          <a:bodyPr spcFirstLastPara="1" wrap="square" lIns="86850" tIns="43400" rIns="86850" bIns="434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0"/>
              <a:buFont typeface="Arial"/>
              <a:buNone/>
            </a:pPr>
            <a:endParaRPr sz="1329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39"/>
          <p:cNvSpPr txBox="1"/>
          <p:nvPr/>
        </p:nvSpPr>
        <p:spPr>
          <a:xfrm>
            <a:off x="4707597" y="2335114"/>
            <a:ext cx="1981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Noto Sans KR" panose="020B0200000000000000" pitchFamily="50" charset="-127"/>
                <a:ea typeface="Noto Sans KR" panose="020B0200000000000000" pitchFamily="50" charset="-127"/>
              </a:rPr>
              <a:t>향후 실행 방안 제안</a:t>
            </a:r>
            <a:endParaRPr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7" name="Google Shape;357;p39"/>
          <p:cNvSpPr txBox="1"/>
          <p:nvPr/>
        </p:nvSpPr>
        <p:spPr>
          <a:xfrm>
            <a:off x="380642" y="4657513"/>
            <a:ext cx="3750000" cy="5760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39"/>
          <p:cNvSpPr/>
          <p:nvPr/>
        </p:nvSpPr>
        <p:spPr>
          <a:xfrm>
            <a:off x="321868" y="2647088"/>
            <a:ext cx="3890700" cy="20103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D8D8D8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3150" tIns="91425" rIns="73150" bIns="91425" anchor="ctr" anchorCtr="0">
            <a:no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/>
              <a:t>시간대별 타겟 고객 파악</a:t>
            </a:r>
            <a:endParaRPr sz="1100"/>
          </a:p>
          <a:p>
            <a:r>
              <a:rPr sz="800" b="0">
                <a:solidFill>
                  <a:srgbClr val="666666"/>
                </a:solidFill>
              </a:rPr>
              <a:t>점심: 직장인 → 저녁: 거주민 등 시간대별 프로파일</a:t>
            </a:r>
          </a:p>
          <a:p>
            <a:r>
              <a:rPr sz="800" b="0">
                <a:solidFill>
                  <a:srgbClr val="666666"/>
                </a:solidFill>
              </a:rPr>
              <a:t>영업시간·메뉴·마케팅을 고객 특성에 맞춰 최적화</a:t>
            </a:r>
          </a:p>
          <a:p>
            <a:r>
              <a:rPr sz="400" b="0"/>
              <a:t/>
            </a:r>
          </a:p>
          <a:p>
            <a:r>
              <a:rPr sz="900" b="1"/>
              <a:t>입지 리스크 사전 검증</a:t>
            </a:r>
          </a:p>
          <a:p>
            <a:r>
              <a:rPr sz="800" b="0">
                <a:solidFill>
                  <a:srgbClr val="666666"/>
                </a:solidFill>
              </a:rPr>
              <a:t>오픈 전 시뮬레이션으로 예상 고객 수·유형 확인</a:t>
            </a:r>
          </a:p>
          <a:p>
            <a:r>
              <a:rPr sz="800" b="0">
                <a:solidFill>
                  <a:srgbClr val="666666"/>
                </a:solidFill>
              </a:rPr>
              <a:t>잘못된 입지로 인한 초기 투자 손실 방지</a:t>
            </a:r>
          </a:p>
          <a:p>
            <a:r>
              <a:rPr sz="400" b="0"/>
              <a:t/>
            </a:r>
          </a:p>
          <a:p>
            <a:r>
              <a:rPr sz="900" b="1"/>
              <a:t>도시 계획·마케팅 활용</a:t>
            </a:r>
          </a:p>
          <a:p>
            <a:r>
              <a:rPr sz="800" b="0">
                <a:solidFill>
                  <a:srgbClr val="666666"/>
                </a:solidFill>
              </a:rPr>
              <a:t>지자체: 보행자 동선 → 도로·시설 배치 최적화</a:t>
            </a:r>
          </a:p>
          <a:p>
            <a:r>
              <a:rPr sz="800" b="0">
                <a:solidFill>
                  <a:srgbClr val="666666"/>
                </a:solidFill>
              </a:rPr>
              <a:t>마케팅: 옥외 광고 위치·시간대 최적화</a:t>
            </a:r>
          </a:p>
        </p:txBody>
      </p:sp>
      <p:sp>
        <p:nvSpPr>
          <p:cNvPr id="359" name="Google Shape;359;p39"/>
          <p:cNvSpPr/>
          <p:nvPr/>
        </p:nvSpPr>
        <p:spPr>
          <a:xfrm>
            <a:off x="140788" y="2406391"/>
            <a:ext cx="348900" cy="402000"/>
          </a:xfrm>
          <a:prstGeom prst="chevron">
            <a:avLst>
              <a:gd name="adj" fmla="val 50000"/>
            </a:avLst>
          </a:prstGeom>
          <a:solidFill>
            <a:srgbClr val="29B5E8"/>
          </a:solidFill>
          <a:ln>
            <a:noFill/>
          </a:ln>
        </p:spPr>
        <p:txBody>
          <a:bodyPr spcFirstLastPara="1" wrap="square" lIns="86850" tIns="43400" rIns="86850" bIns="434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30"/>
              <a:buFont typeface="Arial"/>
              <a:buNone/>
            </a:pPr>
            <a:endParaRPr sz="1329" b="0" i="0" u="none" strike="noStrike" cap="none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39"/>
          <p:cNvSpPr txBox="1"/>
          <p:nvPr/>
        </p:nvSpPr>
        <p:spPr>
          <a:xfrm>
            <a:off x="-93261" y="2335126"/>
            <a:ext cx="1981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>
                <a:latin typeface="Noto Sans KR" panose="020B0200000000000000" pitchFamily="50" charset="-127"/>
                <a:ea typeface="Noto Sans KR" panose="020B0200000000000000" pitchFamily="50" charset="-127"/>
              </a:rPr>
              <a:t>기대 효과</a:t>
            </a:r>
            <a:endParaRPr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40"/>
          <p:cNvSpPr txBox="1">
            <a:spLocks noGrp="1"/>
          </p:cNvSpPr>
          <p:nvPr>
            <p:ph type="body" idx="1"/>
          </p:nvPr>
        </p:nvSpPr>
        <p:spPr>
          <a:xfrm>
            <a:off x="365750" y="1886350"/>
            <a:ext cx="7484400" cy="13572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nowflake 2025.01">
  <a:themeElements>
    <a:clrScheme name="Snowflake 2018">
      <a:dk1>
        <a:srgbClr val="262626"/>
      </a:dk1>
      <a:lt1>
        <a:srgbClr val="FFFFFF"/>
      </a:lt1>
      <a:dk2>
        <a:srgbClr val="11567F"/>
      </a:dk2>
      <a:lt2>
        <a:srgbClr val="FFFFFF"/>
      </a:lt2>
      <a:accent1>
        <a:srgbClr val="29B5E8"/>
      </a:accent1>
      <a:accent2>
        <a:srgbClr val="11567F"/>
      </a:accent2>
      <a:accent3>
        <a:srgbClr val="71D3DC"/>
      </a:accent3>
      <a:accent4>
        <a:srgbClr val="FF9F36"/>
      </a:accent4>
      <a:accent5>
        <a:srgbClr val="7D44CF"/>
      </a:accent5>
      <a:accent6>
        <a:srgbClr val="D45B90"/>
      </a:accent6>
      <a:hlink>
        <a:srgbClr val="29B5E8"/>
      </a:hlink>
      <a:folHlink>
        <a:srgbClr val="BFBFB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444</Words>
  <Application>Microsoft Office PowerPoint</Application>
  <PresentationFormat>화면 슬라이드 쇼(16:9)</PresentationFormat>
  <Paragraphs>40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Calibri</vt:lpstr>
      <vt:lpstr>Noto Sans KR</vt:lpstr>
      <vt:lpstr>Montserrat</vt:lpstr>
      <vt:lpstr>Arial</vt:lpstr>
      <vt:lpstr>Arial Black</vt:lpstr>
      <vt:lpstr>Lato</vt:lpstr>
      <vt:lpstr>Snowflake 2025.01</vt:lpstr>
      <vt:lpstr>Name of Individual</vt:lpstr>
      <vt:lpstr>INSTRUCTIONS: </vt:lpstr>
      <vt:lpstr>REQUIREMENTS (필요 제출 사항):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ser u</dc:creator>
  <cp:lastModifiedBy>ser u</cp:lastModifiedBy>
  <cp:revision>1</cp:revision>
  <dcterms:modified xsi:type="dcterms:W3CDTF">2026-04-12T04:40:28Z</dcterms:modified>
</cp:coreProperties>
</file>